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handoutMasterIdLst>
    <p:handoutMasterId r:id="rId12"/>
  </p:handoutMasterIdLst>
  <p:sldIdLst>
    <p:sldId id="419" r:id="rId2"/>
    <p:sldId id="420" r:id="rId3"/>
    <p:sldId id="474" r:id="rId4"/>
    <p:sldId id="476" r:id="rId5"/>
    <p:sldId id="475" r:id="rId6"/>
    <p:sldId id="477" r:id="rId7"/>
    <p:sldId id="478" r:id="rId8"/>
    <p:sldId id="479" r:id="rId9"/>
    <p:sldId id="470" r:id="rId10"/>
  </p:sldIdLst>
  <p:sldSz cx="9144000" cy="6858000" type="screen4x3"/>
  <p:notesSz cx="6818313" cy="9128125"/>
  <p:defaultTextStyle>
    <a:defPPr>
      <a:defRPr lang="en-US"/>
    </a:defPPr>
    <a:lvl1pPr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charset="0"/>
      </a:defRPr>
    </a:lvl1pPr>
    <a:lvl2pPr marL="4572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charset="0"/>
      </a:defRPr>
    </a:lvl2pPr>
    <a:lvl3pPr marL="9144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charset="0"/>
      </a:defRPr>
    </a:lvl3pPr>
    <a:lvl4pPr marL="13716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charset="0"/>
      </a:defRPr>
    </a:lvl4pPr>
    <a:lvl5pPr marL="18288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charset="0"/>
      </a:defRPr>
    </a:lvl5pPr>
    <a:lvl6pPr marL="2286000" algn="l" defTabSz="914400" rtl="0" eaLnBrk="1" latinLnBrk="0" hangingPunct="1">
      <a:defRPr sz="2800" b="1" kern="1200">
        <a:solidFill>
          <a:schemeClr val="bg2"/>
        </a:solidFill>
        <a:latin typeface="Arial Narrow" pitchFamily="34" charset="0"/>
        <a:ea typeface="+mn-ea"/>
        <a:cs typeface="Arial" charset="0"/>
      </a:defRPr>
    </a:lvl6pPr>
    <a:lvl7pPr marL="2743200" algn="l" defTabSz="914400" rtl="0" eaLnBrk="1" latinLnBrk="0" hangingPunct="1">
      <a:defRPr sz="2800" b="1" kern="1200">
        <a:solidFill>
          <a:schemeClr val="bg2"/>
        </a:solidFill>
        <a:latin typeface="Arial Narrow" pitchFamily="34" charset="0"/>
        <a:ea typeface="+mn-ea"/>
        <a:cs typeface="Arial" charset="0"/>
      </a:defRPr>
    </a:lvl7pPr>
    <a:lvl8pPr marL="3200400" algn="l" defTabSz="914400" rtl="0" eaLnBrk="1" latinLnBrk="0" hangingPunct="1">
      <a:defRPr sz="2800" b="1" kern="1200">
        <a:solidFill>
          <a:schemeClr val="bg2"/>
        </a:solidFill>
        <a:latin typeface="Arial Narrow" pitchFamily="34" charset="0"/>
        <a:ea typeface="+mn-ea"/>
        <a:cs typeface="Arial" charset="0"/>
      </a:defRPr>
    </a:lvl8pPr>
    <a:lvl9pPr marL="3657600" algn="l" defTabSz="914400" rtl="0" eaLnBrk="1" latinLnBrk="0" hangingPunct="1">
      <a:defRPr sz="2800" b="1" kern="1200">
        <a:solidFill>
          <a:schemeClr val="bg2"/>
        </a:solidFill>
        <a:latin typeface="Arial Narrow"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660033"/>
    <a:srgbClr val="000000"/>
    <a:srgbClr val="0099CC"/>
    <a:srgbClr val="FFCC66"/>
    <a:srgbClr val="FF9900"/>
    <a:srgbClr val="FF3300"/>
    <a:srgbClr val="FC01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35" autoAdjust="0"/>
    <p:restoredTop sz="51865" autoAdjust="0"/>
  </p:normalViewPr>
  <p:slideViewPr>
    <p:cSldViewPr>
      <p:cViewPr varScale="1">
        <p:scale>
          <a:sx n="78" d="100"/>
          <a:sy n="78" d="100"/>
        </p:scale>
        <p:origin x="1589" y="72"/>
      </p:cViewPr>
      <p:guideLst>
        <p:guide orient="horz" pos="2160"/>
        <p:guide pos="2880"/>
      </p:guideLst>
    </p:cSldViewPr>
  </p:slideViewPr>
  <p:notesTextViewPr>
    <p:cViewPr>
      <p:scale>
        <a:sx n="100" d="100"/>
        <a:sy n="100" d="100"/>
      </p:scale>
      <p:origin x="0" y="0"/>
    </p:cViewPr>
  </p:notesTextViewPr>
  <p:notesViewPr>
    <p:cSldViewPr>
      <p:cViewPr>
        <p:scale>
          <a:sx n="75" d="100"/>
          <a:sy n="75" d="100"/>
        </p:scale>
        <p:origin x="-448" y="212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ena Ahmed Noshin" userId="df4442bb-949b-4849-8a28-5716394ec665" providerId="ADAL" clId="{A935AC6B-9367-4958-A113-C03B9DAD871F}"/>
    <pc:docChg chg="addSld delSld modSld">
      <pc:chgData name="Juena Ahmed Noshin" userId="df4442bb-949b-4849-8a28-5716394ec665" providerId="ADAL" clId="{A935AC6B-9367-4958-A113-C03B9DAD871F}" dt="2023-04-11T05:08:32.366" v="2" actId="2696"/>
      <pc:docMkLst>
        <pc:docMk/>
      </pc:docMkLst>
      <pc:sldChg chg="modSp mod">
        <pc:chgData name="Juena Ahmed Noshin" userId="df4442bb-949b-4849-8a28-5716394ec665" providerId="ADAL" clId="{A935AC6B-9367-4958-A113-C03B9DAD871F}" dt="2023-04-11T04:53:05.008" v="0" actId="14100"/>
        <pc:sldMkLst>
          <pc:docMk/>
          <pc:sldMk cId="2864786252" sldId="478"/>
        </pc:sldMkLst>
        <pc:spChg chg="mod">
          <ac:chgData name="Juena Ahmed Noshin" userId="df4442bb-949b-4849-8a28-5716394ec665" providerId="ADAL" clId="{A935AC6B-9367-4958-A113-C03B9DAD871F}" dt="2023-04-11T04:53:05.008" v="0" actId="14100"/>
          <ac:spMkLst>
            <pc:docMk/>
            <pc:sldMk cId="2864786252" sldId="478"/>
            <ac:spMk id="3" creationId="{00000000-0000-0000-0000-000000000000}"/>
          </ac:spMkLst>
        </pc:spChg>
      </pc:sldChg>
      <pc:sldChg chg="new del">
        <pc:chgData name="Juena Ahmed Noshin" userId="df4442bb-949b-4849-8a28-5716394ec665" providerId="ADAL" clId="{A935AC6B-9367-4958-A113-C03B9DAD871F}" dt="2023-04-11T05:08:32.366" v="2" actId="2696"/>
        <pc:sldMkLst>
          <pc:docMk/>
          <pc:sldMk cId="2629541082" sldId="480"/>
        </pc:sldMkLst>
      </pc:sldChg>
    </pc:docChg>
  </pc:docChgLst>
  <pc:docChgLst>
    <pc:chgData name="Juena Ahmed Noshin" userId="df4442bb-949b-4849-8a28-5716394ec665" providerId="ADAL" clId="{A48BF144-6D89-4B37-BF68-F5D7EEA3D048}"/>
    <pc:docChg chg="modSld">
      <pc:chgData name="Juena Ahmed Noshin" userId="df4442bb-949b-4849-8a28-5716394ec665" providerId="ADAL" clId="{A48BF144-6D89-4B37-BF68-F5D7EEA3D048}" dt="2024-06-22T03:01:15.650" v="3" actId="20577"/>
      <pc:docMkLst>
        <pc:docMk/>
      </pc:docMkLst>
      <pc:sldChg chg="modSp mod">
        <pc:chgData name="Juena Ahmed Noshin" userId="df4442bb-949b-4849-8a28-5716394ec665" providerId="ADAL" clId="{A48BF144-6D89-4B37-BF68-F5D7EEA3D048}" dt="2024-06-22T03:01:15.650" v="3" actId="20577"/>
        <pc:sldMkLst>
          <pc:docMk/>
          <pc:sldMk cId="0" sldId="419"/>
        </pc:sldMkLst>
        <pc:spChg chg="mod">
          <ac:chgData name="Juena Ahmed Noshin" userId="df4442bb-949b-4849-8a28-5716394ec665" providerId="ADAL" clId="{A48BF144-6D89-4B37-BF68-F5D7EEA3D048}" dt="2024-06-22T03:01:15.650" v="3" actId="20577"/>
          <ac:spMkLst>
            <pc:docMk/>
            <pc:sldMk cId="0" sldId="419"/>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ChangeArrowheads="1"/>
          </p:cNvSpPr>
          <p:nvPr/>
        </p:nvSpPr>
        <p:spPr bwMode="auto">
          <a:xfrm>
            <a:off x="765175" y="8715375"/>
            <a:ext cx="5280025" cy="152400"/>
          </a:xfrm>
          <a:prstGeom prst="rect">
            <a:avLst/>
          </a:prstGeom>
          <a:noFill/>
          <a:ln w="9525">
            <a:noFill/>
            <a:miter lim="800000"/>
            <a:headEnd/>
            <a:tailEnd/>
          </a:ln>
          <a:effectLst/>
        </p:spPr>
        <p:txBody>
          <a:bodyPr lIns="0" tIns="0" rIns="0" bIns="0">
            <a:spAutoFit/>
          </a:bodyPr>
          <a:lstStyle/>
          <a:p>
            <a:pPr defTabSz="941388">
              <a:lnSpc>
                <a:spcPct val="100000"/>
              </a:lnSpc>
              <a:spcBef>
                <a:spcPct val="50000"/>
              </a:spcBef>
              <a:defRPr/>
            </a:pPr>
            <a:r>
              <a:rPr lang="en-US" sz="1000">
                <a:solidFill>
                  <a:schemeClr val="tx1"/>
                </a:solidFill>
                <a:latin typeface="Arial" charset="0"/>
              </a:rPr>
              <a:t>&lt;Course name&gt; &lt;Lesson number&gt;</a:t>
            </a:r>
            <a:r>
              <a:rPr lang="en-US" sz="1000">
                <a:solidFill>
                  <a:schemeClr val="tx1"/>
                </a:solidFill>
                <a:latin typeface="Times New Roman" pitchFamily="18" charset="0"/>
              </a:rPr>
              <a:t>-</a:t>
            </a:r>
            <a:fld id="{35E6A67C-5171-4676-ACF2-568C80EFCC45}" type="slidenum">
              <a:rPr lang="en-US" sz="1000">
                <a:solidFill>
                  <a:schemeClr val="tx1"/>
                </a:solidFill>
                <a:latin typeface="Arial" charset="0"/>
              </a:rPr>
              <a:pPr defTabSz="941388">
                <a:lnSpc>
                  <a:spcPct val="100000"/>
                </a:lnSpc>
                <a:spcBef>
                  <a:spcPct val="50000"/>
                </a:spcBef>
                <a:defRPr/>
              </a:pPr>
              <a:t>‹#›</a:t>
            </a:fld>
            <a:endParaRPr lang="en-US" sz="1000">
              <a:solidFill>
                <a:schemeClr val="tx1"/>
              </a:solidFill>
              <a:latin typeface="Arial" charset="0"/>
            </a:endParaRPr>
          </a:p>
        </p:txBody>
      </p:sp>
    </p:spTree>
    <p:extLst>
      <p:ext uri="{BB962C8B-B14F-4D97-AF65-F5344CB8AC3E}">
        <p14:creationId xmlns:p14="http://schemas.microsoft.com/office/powerpoint/2010/main" val="3296302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idx="2"/>
          </p:nvPr>
        </p:nvSpPr>
        <p:spPr bwMode="auto">
          <a:xfrm>
            <a:off x="466725" y="152400"/>
            <a:ext cx="5880100" cy="4406900"/>
          </a:xfrm>
          <a:prstGeom prst="rect">
            <a:avLst/>
          </a:prstGeom>
          <a:noFill/>
          <a:ln w="12700">
            <a:solidFill>
              <a:schemeClr val="tx1"/>
            </a:solidFill>
            <a:miter lim="800000"/>
            <a:headEnd/>
            <a:tailEnd/>
          </a:ln>
        </p:spPr>
      </p:sp>
      <p:sp>
        <p:nvSpPr>
          <p:cNvPr id="3075" name="Rectangle 3"/>
          <p:cNvSpPr>
            <a:spLocks noGrp="1" noChangeArrowheads="1"/>
          </p:cNvSpPr>
          <p:nvPr>
            <p:ph type="body" sz="quarter" idx="3"/>
          </p:nvPr>
        </p:nvSpPr>
        <p:spPr bwMode="auto">
          <a:xfrm>
            <a:off x="409575" y="4765675"/>
            <a:ext cx="5995988" cy="3749675"/>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lvl="0"/>
            <a:r>
              <a:rPr lang="en-US" noProof="0"/>
              <a:t>Heading (Level 1) Arial 11pt Bold</a:t>
            </a:r>
          </a:p>
          <a:p>
            <a:pPr lvl="1"/>
            <a:r>
              <a:rPr lang="en-US" noProof="0"/>
              <a:t>Body Text (Level 2) Times New Roman 11pt</a:t>
            </a:r>
          </a:p>
          <a:p>
            <a:pPr lvl="2"/>
            <a:r>
              <a:rPr lang="en-US" noProof="0"/>
              <a:t>Bullet 1 (Level 3) Times New Roman 11pt</a:t>
            </a:r>
          </a:p>
          <a:p>
            <a:pPr lvl="3"/>
            <a:r>
              <a:rPr lang="en-US" noProof="0"/>
              <a:t>Bullet 2 (Level 4) Times New Roman 11pt</a:t>
            </a:r>
          </a:p>
          <a:p>
            <a:pPr lvl="0"/>
            <a:endParaRPr lang="en-US" noProof="0"/>
          </a:p>
          <a:p>
            <a:pPr lvl="0"/>
            <a:endParaRPr lang="en-US" noProof="0"/>
          </a:p>
          <a:p>
            <a:pPr lvl="0"/>
            <a:endParaRPr lang="en-US" noProof="0"/>
          </a:p>
          <a:p>
            <a:pPr lvl="0"/>
            <a:endParaRPr lang="en-US" noProof="0"/>
          </a:p>
          <a:p>
            <a:pPr lvl="0"/>
            <a:endParaRPr lang="en-US" noProof="0"/>
          </a:p>
          <a:p>
            <a:pPr lvl="0"/>
            <a:endParaRPr lang="en-US" noProof="0"/>
          </a:p>
          <a:p>
            <a:pPr lvl="0"/>
            <a:endParaRPr lang="en-US" noProof="0"/>
          </a:p>
          <a:p>
            <a:pPr lvl="0"/>
            <a:endParaRPr lang="en-US" noProof="0"/>
          </a:p>
          <a:p>
            <a:pPr lvl="0"/>
            <a:r>
              <a:rPr lang="en-US" noProof="0"/>
              <a:t>Technical Note (Level 1) Arial 11pt Bold (CHANGE TO BLUE)</a:t>
            </a:r>
          </a:p>
          <a:p>
            <a:pPr lvl="0"/>
            <a:r>
              <a:rPr lang="en-US" noProof="0"/>
              <a:t>Class Management Note (Level 1) Arial 11pt Bold (CHANGE TO BLUE)</a:t>
            </a:r>
          </a:p>
          <a:p>
            <a:pPr lvl="1"/>
            <a:r>
              <a:rPr lang="en-US" noProof="0"/>
              <a:t>Body Text (Level 2) Times New Roman 11pt (CHANGE TO BLUE)</a:t>
            </a:r>
          </a:p>
          <a:p>
            <a:pPr lvl="2"/>
            <a:r>
              <a:rPr lang="en-US" noProof="0"/>
              <a:t>Bullet 1 (Level 3) Times New Roman 11pt (CHANGE TO BLUE)</a:t>
            </a:r>
          </a:p>
        </p:txBody>
      </p:sp>
      <p:sp>
        <p:nvSpPr>
          <p:cNvPr id="3076" name="Rectangle 4"/>
          <p:cNvSpPr>
            <a:spLocks noChangeArrowheads="1"/>
          </p:cNvSpPr>
          <p:nvPr/>
        </p:nvSpPr>
        <p:spPr bwMode="auto">
          <a:xfrm>
            <a:off x="712788" y="8593138"/>
            <a:ext cx="5270500" cy="152400"/>
          </a:xfrm>
          <a:prstGeom prst="rect">
            <a:avLst/>
          </a:prstGeom>
          <a:noFill/>
          <a:ln w="9525">
            <a:noFill/>
            <a:miter lim="800000"/>
            <a:headEnd/>
            <a:tailEnd/>
          </a:ln>
          <a:effectLst/>
        </p:spPr>
        <p:txBody>
          <a:bodyPr lIns="0" tIns="0" rIns="0" bIns="0">
            <a:spAutoFit/>
          </a:bodyPr>
          <a:lstStyle/>
          <a:p>
            <a:pPr defTabSz="941388">
              <a:lnSpc>
                <a:spcPct val="100000"/>
              </a:lnSpc>
              <a:spcBef>
                <a:spcPct val="50000"/>
              </a:spcBef>
              <a:defRPr/>
            </a:pPr>
            <a:r>
              <a:rPr lang="en-US" sz="1000">
                <a:solidFill>
                  <a:schemeClr val="tx1"/>
                </a:solidFill>
                <a:latin typeface="Arial" charset="0"/>
              </a:rPr>
              <a:t>Introduction to Oracle: SQL and PL/SQL  1</a:t>
            </a:r>
            <a:r>
              <a:rPr lang="en-US" sz="1000">
                <a:solidFill>
                  <a:schemeClr val="tx1"/>
                </a:solidFill>
                <a:latin typeface="Times New Roman" pitchFamily="18" charset="0"/>
              </a:rPr>
              <a:t>-</a:t>
            </a:r>
            <a:fld id="{FB517E57-D154-464F-AB6B-48A81B16AB24}" type="slidenum">
              <a:rPr lang="en-US" sz="1000">
                <a:solidFill>
                  <a:schemeClr val="tx1"/>
                </a:solidFill>
                <a:latin typeface="Arial" charset="0"/>
              </a:rPr>
              <a:pPr defTabSz="941388">
                <a:lnSpc>
                  <a:spcPct val="100000"/>
                </a:lnSpc>
                <a:spcBef>
                  <a:spcPct val="50000"/>
                </a:spcBef>
                <a:defRPr/>
              </a:pPr>
              <a:t>‹#›</a:t>
            </a:fld>
            <a:endParaRPr lang="en-US" sz="1000">
              <a:solidFill>
                <a:schemeClr val="tx1"/>
              </a:solidFill>
              <a:latin typeface="Arial" charset="0"/>
            </a:endParaRPr>
          </a:p>
        </p:txBody>
      </p:sp>
    </p:spTree>
    <p:extLst>
      <p:ext uri="{BB962C8B-B14F-4D97-AF65-F5344CB8AC3E}">
        <p14:creationId xmlns:p14="http://schemas.microsoft.com/office/powerpoint/2010/main" val="901934793"/>
      </p:ext>
    </p:extLst>
  </p:cSld>
  <p:clrMap bg1="lt1" tx1="dk1" bg2="lt2" tx2="dk2" accent1="accent1" accent2="accent2" accent3="accent3" accent4="accent4" accent5="accent5" accent6="accent6" hlink="hlink" folHlink="folHlink"/>
  <p:notesStyle>
    <a:lvl1pPr algn="l" defTabSz="382588" rtl="0" eaLnBrk="0" fontAlgn="base" hangingPunct="0">
      <a:spcBef>
        <a:spcPct val="30000"/>
      </a:spcBef>
      <a:spcAft>
        <a:spcPct val="0"/>
      </a:spcAft>
      <a:tabLst>
        <a:tab pos="446088" algn="l"/>
      </a:tabLst>
      <a:defRPr sz="1100" b="1" kern="1200">
        <a:solidFill>
          <a:schemeClr val="tx1"/>
        </a:solidFill>
        <a:latin typeface="Arial" charset="0"/>
        <a:ea typeface="+mn-ea"/>
        <a:cs typeface="Arial" charset="0"/>
      </a:defRPr>
    </a:lvl1pPr>
    <a:lvl2pPr marL="114300" algn="l" defTabSz="382588" rtl="0" eaLnBrk="0" fontAlgn="base" hangingPunct="0">
      <a:spcBef>
        <a:spcPct val="30000"/>
      </a:spcBef>
      <a:spcAft>
        <a:spcPct val="0"/>
      </a:spcAft>
      <a:tabLst>
        <a:tab pos="446088" algn="l"/>
      </a:tabLst>
      <a:defRPr sz="1100" kern="1200">
        <a:solidFill>
          <a:schemeClr val="tx1"/>
        </a:solidFill>
        <a:latin typeface="Times New Roman" pitchFamily="18" charset="0"/>
        <a:ea typeface="+mn-ea"/>
        <a:cs typeface="Arial" charset="0"/>
      </a:defRPr>
    </a:lvl2pPr>
    <a:lvl3pPr marL="439738" indent="-211138" algn="l" defTabSz="382588" rtl="0" eaLnBrk="0" fontAlgn="base" hangingPunct="0">
      <a:spcBef>
        <a:spcPct val="30000"/>
      </a:spcBef>
      <a:spcAft>
        <a:spcPct val="0"/>
      </a:spcAft>
      <a:buChar char="•"/>
      <a:tabLst>
        <a:tab pos="446088" algn="l"/>
      </a:tabLst>
      <a:defRPr sz="1100" kern="1200">
        <a:solidFill>
          <a:schemeClr val="tx1"/>
        </a:solidFill>
        <a:latin typeface="Times New Roman" pitchFamily="18" charset="0"/>
        <a:ea typeface="+mn-ea"/>
        <a:cs typeface="Arial" charset="0"/>
      </a:defRPr>
    </a:lvl3pPr>
    <a:lvl4pPr marL="831850" indent="-212725" algn="l" defTabSz="382588" rtl="0" eaLnBrk="0" fontAlgn="base" hangingPunct="0">
      <a:spcBef>
        <a:spcPct val="30000"/>
      </a:spcBef>
      <a:spcAft>
        <a:spcPct val="0"/>
      </a:spcAft>
      <a:buChar char="–"/>
      <a:tabLst>
        <a:tab pos="446088" algn="l"/>
      </a:tabLst>
      <a:defRPr sz="1100" kern="1200">
        <a:solidFill>
          <a:schemeClr val="tx1"/>
        </a:solidFill>
        <a:latin typeface="Times New Roman" pitchFamily="18" charset="0"/>
        <a:ea typeface="+mn-ea"/>
        <a:cs typeface="Arial" charset="0"/>
      </a:defRPr>
    </a:lvl4pPr>
    <a:lvl5pPr marL="2057400" indent="-228600" algn="l" defTabSz="382588" rtl="0" eaLnBrk="0" fontAlgn="base" hangingPunct="0">
      <a:spcBef>
        <a:spcPct val="30000"/>
      </a:spcBef>
      <a:spcAft>
        <a:spcPct val="0"/>
      </a:spcAft>
      <a:tabLst>
        <a:tab pos="446088" algn="l"/>
      </a:tabLs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52400"/>
            <a:ext cx="5876925" cy="44069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3879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52400"/>
            <a:ext cx="5876925" cy="44069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3879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52400"/>
            <a:ext cx="5876925" cy="44069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3879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52400"/>
            <a:ext cx="5876925" cy="44069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3879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52400"/>
            <a:ext cx="5876925" cy="44069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3879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52400"/>
            <a:ext cx="5876925" cy="44069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3879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469900" y="152400"/>
            <a:ext cx="5873750" cy="4406900"/>
          </a:xfrm>
          <a:ln/>
        </p:spPr>
      </p:sp>
      <p:sp>
        <p:nvSpPr>
          <p:cNvPr id="71683" name="Notes Placeholder 2"/>
          <p:cNvSpPr>
            <a:spLocks noGrp="1"/>
          </p:cNvSpPr>
          <p:nvPr>
            <p:ph type="body" idx="1"/>
          </p:nvPr>
        </p:nvSpPr>
        <p:spPr>
          <a:noFill/>
        </p:spPr>
        <p:txBody>
          <a:bodyPr/>
          <a:lstStyle/>
          <a:p>
            <a:endParaRPr lang="en-US"/>
          </a:p>
        </p:txBody>
      </p:sp>
      <p:sp>
        <p:nvSpPr>
          <p:cNvPr id="71684" name="Slide Number Placeholder 3"/>
          <p:cNvSpPr>
            <a:spLocks noGrp="1"/>
          </p:cNvSpPr>
          <p:nvPr>
            <p:ph type="sldNum" sz="quarter" idx="4294967295"/>
          </p:nvPr>
        </p:nvSpPr>
        <p:spPr bwMode="auto">
          <a:xfrm>
            <a:off x="3862388" y="8670925"/>
            <a:ext cx="2954337" cy="455613"/>
          </a:xfrm>
          <a:prstGeom prst="rect">
            <a:avLst/>
          </a:prstGeom>
          <a:noFill/>
          <a:ln>
            <a:miter lim="800000"/>
            <a:headEnd/>
            <a:tailEnd/>
          </a:ln>
        </p:spPr>
        <p:txBody>
          <a:bodyPr lIns="91110" tIns="45555" rIns="91110" bIns="45555"/>
          <a:lstStyle/>
          <a:p>
            <a:fld id="{0C407F45-0339-4FDF-92C1-48833CA8D8BE}" type="slidenum">
              <a:rPr lang="en-US"/>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8991600" y="3175"/>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Straight Connector 10"/>
          <p:cNvSpPr>
            <a:spLocks noChangeShapeType="1"/>
          </p:cNvSpPr>
          <p:nvPr/>
        </p:nvSpPr>
        <p:spPr bwMode="auto">
          <a:xfrm>
            <a:off x="155575" y="241935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2" name="Rectangle 11"/>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3" name="Oval 12"/>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4" name="Oval 13"/>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685800" y="381000"/>
            <a:ext cx="7772400" cy="1752600"/>
          </a:xfrm>
        </p:spPr>
        <p:txBody>
          <a:bodyPr/>
          <a:lstStyle>
            <a:lvl1pPr>
              <a:defRPr sz="4200">
                <a:solidFill>
                  <a:schemeClr val="accent1"/>
                </a:solidFill>
              </a:defRPr>
            </a:lvl1pPr>
          </a:lstStyle>
          <a:p>
            <a:r>
              <a:rPr lang="en-US"/>
              <a:t>Click to edit Master title style</a:t>
            </a:r>
          </a:p>
        </p:txBody>
      </p:sp>
      <p:sp>
        <p:nvSpPr>
          <p:cNvPr id="15" name="Date Placeholder 27"/>
          <p:cNvSpPr>
            <a:spLocks noGrp="1"/>
          </p:cNvSpPr>
          <p:nvPr>
            <p:ph type="dt" sz="half" idx="10"/>
          </p:nvPr>
        </p:nvSpPr>
        <p:spPr/>
        <p:txBody>
          <a:bodyPr/>
          <a:lstStyle>
            <a:lvl1pPr>
              <a:defRPr/>
            </a:lvl1pPr>
          </a:lstStyle>
          <a:p>
            <a:pPr>
              <a:defRPr/>
            </a:pPr>
            <a:r>
              <a:rPr lang="en-US"/>
              <a:t>6/17/2017</a:t>
            </a:r>
          </a:p>
        </p:txBody>
      </p:sp>
      <p:sp>
        <p:nvSpPr>
          <p:cNvPr id="16" name="Footer Placeholder 16"/>
          <p:cNvSpPr>
            <a:spLocks noGrp="1"/>
          </p:cNvSpPr>
          <p:nvPr>
            <p:ph type="ftr" sz="quarter" idx="11"/>
          </p:nvPr>
        </p:nvSpPr>
        <p:spPr/>
        <p:txBody>
          <a:bodyPr/>
          <a:lstStyle>
            <a:lvl1pPr>
              <a:defRPr/>
            </a:lvl1pPr>
          </a:lstStyle>
          <a:p>
            <a:pPr>
              <a:defRPr/>
            </a:pPr>
            <a:endParaRPr lang="en-US"/>
          </a:p>
        </p:txBody>
      </p:sp>
      <p:sp>
        <p:nvSpPr>
          <p:cNvPr id="17" name="Slide Number Placeholder 28"/>
          <p:cNvSpPr>
            <a:spLocks noGrp="1"/>
          </p:cNvSpPr>
          <p:nvPr>
            <p:ph type="sldNum" sz="quarter" idx="12"/>
          </p:nvPr>
        </p:nvSpPr>
        <p:spPr>
          <a:xfrm>
            <a:off x="4343400" y="2198688"/>
            <a:ext cx="457200" cy="441325"/>
          </a:xfrm>
        </p:spPr>
        <p:txBody>
          <a:bodyPr/>
          <a:lstStyle>
            <a:lvl1pPr>
              <a:defRPr>
                <a:solidFill>
                  <a:schemeClr val="accent3">
                    <a:shade val="75000"/>
                  </a:schemeClr>
                </a:solidFill>
              </a:defRPr>
            </a:lvl1pPr>
          </a:lstStyle>
          <a:p>
            <a:pPr>
              <a:defRPr/>
            </a:pPr>
            <a:fld id="{C9E1EBF1-7C23-4048-A44E-855059E8AECC}"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a:t>Click to edit Master title style</a:t>
            </a:r>
          </a:p>
        </p:txBody>
      </p:sp>
      <p:sp>
        <p:nvSpPr>
          <p:cNvPr id="8" name="Content Placeholder 7"/>
          <p:cNvSpPr>
            <a:spLocks noGrp="1"/>
          </p:cNvSpPr>
          <p:nvPr>
            <p:ph sz="quarter" idx="1"/>
          </p:nvPr>
        </p:nvSpPr>
        <p:spPr>
          <a:xfrm>
            <a:off x="301752" y="1527048"/>
            <a:ext cx="85039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6/17/2017</a:t>
            </a:r>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4362450" y="1027113"/>
            <a:ext cx="457200" cy="441325"/>
          </a:xfrm>
        </p:spPr>
        <p:txBody>
          <a:bodyPr/>
          <a:lstStyle>
            <a:lvl1pPr>
              <a:defRPr/>
            </a:lvl1pPr>
          </a:lstStyle>
          <a:p>
            <a:pPr>
              <a:defRPr/>
            </a:pPr>
            <a:fld id="{6C7A8632-7304-4A16-9764-8BED3D3E8194}"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152400" y="2286000"/>
            <a:ext cx="8832850" cy="3048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auto">
          <a:xfrm>
            <a:off x="155575" y="142875"/>
            <a:ext cx="8832850" cy="2139950"/>
          </a:xfrm>
          <a:prstGeom prst="rect">
            <a:avLst/>
          </a:prstGeom>
          <a:solidFill>
            <a:schemeClr val="accent1"/>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Rectangle 10"/>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2" name="Straight Connector 11"/>
          <p:cNvSpPr>
            <a:spLocks noChangeShapeType="1"/>
          </p:cNvSpPr>
          <p:nvPr/>
        </p:nvSpPr>
        <p:spPr bwMode="auto">
          <a:xfrm>
            <a:off x="152400" y="2438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3" name="Oval 12"/>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4" name="Oval 13"/>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3" name="Text Placeholder 2"/>
          <p:cNvSpPr>
            <a:spLocks noGrp="1"/>
          </p:cNvSpPr>
          <p:nvPr>
            <p:ph type="body" idx="1"/>
          </p:nvPr>
        </p:nvSpPr>
        <p:spPr>
          <a:xfrm>
            <a:off x="1368426" y="2743200"/>
            <a:ext cx="6480174"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722313" y="533400"/>
            <a:ext cx="7772400" cy="1524000"/>
          </a:xfrm>
        </p:spPr>
        <p:txBody>
          <a:bodyPr/>
          <a:lstStyle>
            <a:lvl1pPr algn="ctr">
              <a:buNone/>
              <a:defRPr sz="4200" b="0" cap="none" baseline="0">
                <a:solidFill>
                  <a:srgbClr val="FFFFFF"/>
                </a:solidFill>
              </a:defRPr>
            </a:lvl1pPr>
          </a:lstStyle>
          <a:p>
            <a:r>
              <a:rPr lang="en-US"/>
              <a:t>Click to edit Master title style</a:t>
            </a:r>
          </a:p>
        </p:txBody>
      </p:sp>
      <p:sp>
        <p:nvSpPr>
          <p:cNvPr id="15" name="Footer Placeholder 4"/>
          <p:cNvSpPr>
            <a:spLocks noGrp="1"/>
          </p:cNvSpPr>
          <p:nvPr>
            <p:ph type="ftr" sz="quarter" idx="10"/>
          </p:nvPr>
        </p:nvSpPr>
        <p:spPr/>
        <p:txBody>
          <a:bodyPr/>
          <a:lstStyle>
            <a:lvl1pPr>
              <a:defRPr/>
            </a:lvl1pPr>
          </a:lstStyle>
          <a:p>
            <a:pPr>
              <a:defRPr/>
            </a:pPr>
            <a:endParaRPr lang="en-US"/>
          </a:p>
        </p:txBody>
      </p:sp>
      <p:sp>
        <p:nvSpPr>
          <p:cNvPr id="16" name="Date Placeholder 3"/>
          <p:cNvSpPr>
            <a:spLocks noGrp="1"/>
          </p:cNvSpPr>
          <p:nvPr>
            <p:ph type="dt" sz="half" idx="11"/>
          </p:nvPr>
        </p:nvSpPr>
        <p:spPr/>
        <p:txBody>
          <a:bodyPr/>
          <a:lstStyle>
            <a:lvl1pPr>
              <a:defRPr/>
            </a:lvl1pPr>
          </a:lstStyle>
          <a:p>
            <a:pPr>
              <a:defRPr/>
            </a:pPr>
            <a:r>
              <a:rPr lang="en-US"/>
              <a:t>6/17/2017</a:t>
            </a:r>
          </a:p>
        </p:txBody>
      </p:sp>
      <p:sp>
        <p:nvSpPr>
          <p:cNvPr id="17" name="Slide Number Placeholder 5"/>
          <p:cNvSpPr>
            <a:spLocks noGrp="1"/>
          </p:cNvSpPr>
          <p:nvPr>
            <p:ph type="sldNum" sz="quarter" idx="12"/>
          </p:nvPr>
        </p:nvSpPr>
        <p:spPr>
          <a:xfrm>
            <a:off x="4343400" y="2198688"/>
            <a:ext cx="457200" cy="441325"/>
          </a:xfrm>
        </p:spPr>
        <p:txBody>
          <a:bodyPr/>
          <a:lstStyle>
            <a:lvl1pPr>
              <a:defRPr>
                <a:solidFill>
                  <a:schemeClr val="accent3">
                    <a:shade val="75000"/>
                  </a:schemeClr>
                </a:solidFill>
              </a:defRPr>
            </a:lvl1pPr>
          </a:lstStyle>
          <a:p>
            <a:pPr>
              <a:defRPr/>
            </a:pPr>
            <a:fld id="{2284A096-A90C-42DE-8201-C22ACB1D99FB}"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5" name="Straight Connector 4"/>
          <p:cNvSpPr>
            <a:spLocks noChangeShapeType="1"/>
          </p:cNvSpPr>
          <p:nvPr/>
        </p:nvSpPr>
        <p:spPr bwMode="auto">
          <a:xfrm flipV="1">
            <a:off x="4562475" y="1576388"/>
            <a:ext cx="9525" cy="4818062"/>
          </a:xfrm>
          <a:prstGeom prst="line">
            <a:avLst/>
          </a:prstGeom>
          <a:noFill/>
          <a:ln w="9525" cap="flat" cmpd="sng" algn="ctr">
            <a:solidFill>
              <a:schemeClr val="tx2"/>
            </a:solidFill>
            <a:prstDash val="sysDash"/>
            <a:round/>
            <a:headEnd type="none" w="med" len="med"/>
            <a:tailEnd type="none" w="med" len="med"/>
          </a:ln>
          <a:effectLst/>
        </p:spPr>
        <p:txBody>
          <a:bodyPr wrap="none" anchor="ctr"/>
          <a:lstStyle/>
          <a:p>
            <a:pPr>
              <a:defRPr/>
            </a:pPr>
            <a:endParaRPr lang="en-US"/>
          </a:p>
        </p:txBody>
      </p:sp>
      <p:sp>
        <p:nvSpPr>
          <p:cNvPr id="2" name="Title 1"/>
          <p:cNvSpPr>
            <a:spLocks noGrp="1"/>
          </p:cNvSpPr>
          <p:nvPr>
            <p:ph type="title"/>
          </p:nvPr>
        </p:nvSpPr>
        <p:spPr>
          <a:xfrm>
            <a:off x="301752" y="228600"/>
            <a:ext cx="8534400" cy="758952"/>
          </a:xfrm>
        </p:spPr>
        <p:txBody>
          <a:bodyPr/>
          <a:lstStyle/>
          <a:p>
            <a:r>
              <a:rPr lang="en-US"/>
              <a:t>Click to edit Master title style</a:t>
            </a:r>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a:xfrm>
            <a:off x="5791200" y="6410325"/>
            <a:ext cx="3044825" cy="365125"/>
          </a:xfrm>
        </p:spPr>
        <p:txBody>
          <a:bodyPr/>
          <a:lstStyle>
            <a:lvl1pPr>
              <a:defRPr/>
            </a:lvl1pPr>
          </a:lstStyle>
          <a:p>
            <a:pPr>
              <a:defRPr/>
            </a:pPr>
            <a:r>
              <a:rPr lang="en-US"/>
              <a:t>6/17/2017</a:t>
            </a:r>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C9C6F95D-D1BF-4989-BFB8-18CC4B2BA845}"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flipV="1">
            <a:off x="4572000" y="2200275"/>
            <a:ext cx="0" cy="4187825"/>
          </a:xfrm>
          <a:prstGeom prst="line">
            <a:avLst/>
          </a:prstGeom>
          <a:noFill/>
          <a:ln w="9525" cap="flat" cmpd="sng" algn="ctr">
            <a:solidFill>
              <a:schemeClr val="tx2"/>
            </a:solidFill>
            <a:prstDash val="sysDash"/>
            <a:round/>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Rectangle 10"/>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2" name="Rectangle 11"/>
          <p:cNvSpPr/>
          <p:nvPr/>
        </p:nvSpPr>
        <p:spPr>
          <a:xfrm>
            <a:off x="152400" y="1371600"/>
            <a:ext cx="8832850"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3" name="Rectangle 12"/>
          <p:cNvSpPr>
            <a:spLocks noChangeArrowheads="1"/>
          </p:cNvSpPr>
          <p:nvPr/>
        </p:nvSpPr>
        <p:spPr bwMode="auto">
          <a:xfrm>
            <a:off x="146050" y="6391275"/>
            <a:ext cx="8832850"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4" name="Straight Connector 13"/>
          <p:cNvSpPr>
            <a:spLocks noChangeShapeType="1"/>
          </p:cNvSpPr>
          <p:nvPr/>
        </p:nvSpPr>
        <p:spPr bwMode="auto">
          <a:xfrm>
            <a:off x="152400" y="1279525"/>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5" name="Rectangle 14"/>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6" name="Oval 15"/>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7" name="Oval 16"/>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4" name="Content Placeholder 23"/>
          <p:cNvSpPr>
            <a:spLocks noGrp="1"/>
          </p:cNvSpPr>
          <p:nvPr>
            <p:ph sz="quarter" idx="2"/>
          </p:nvPr>
        </p:nvSpPr>
        <p:spPr>
          <a:xfrm>
            <a:off x="301752" y="2471383"/>
            <a:ext cx="4041648" cy="3818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p:cNvSpPr>
            <a:spLocks noGrp="1"/>
          </p:cNvSpPr>
          <p:nvPr>
            <p:ph sz="quarter" idx="4"/>
          </p:nvPr>
        </p:nvSpPr>
        <p:spPr>
          <a:xfrm>
            <a:off x="4800600" y="2471383"/>
            <a:ext cx="4038600" cy="3822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22"/>
          <p:cNvSpPr>
            <a:spLocks noGrp="1"/>
          </p:cNvSpPr>
          <p:nvPr>
            <p:ph type="title"/>
          </p:nvPr>
        </p:nvSpPr>
        <p:spPr/>
        <p:txBody>
          <a:bodyPr rtlCol="0"/>
          <a:lstStyle/>
          <a:p>
            <a:r>
              <a:rPr lang="en-US"/>
              <a:t>Click to edit Master title style</a:t>
            </a:r>
          </a:p>
        </p:txBody>
      </p:sp>
      <p:sp>
        <p:nvSpPr>
          <p:cNvPr id="18" name="Date Placeholder 6"/>
          <p:cNvSpPr>
            <a:spLocks noGrp="1"/>
          </p:cNvSpPr>
          <p:nvPr>
            <p:ph type="dt" sz="half" idx="10"/>
          </p:nvPr>
        </p:nvSpPr>
        <p:spPr/>
        <p:txBody>
          <a:bodyPr/>
          <a:lstStyle>
            <a:lvl1pPr>
              <a:defRPr/>
            </a:lvl1pPr>
          </a:lstStyle>
          <a:p>
            <a:pPr>
              <a:defRPr/>
            </a:pPr>
            <a:r>
              <a:rPr lang="en-US"/>
              <a:t>6/17/2017</a:t>
            </a:r>
          </a:p>
        </p:txBody>
      </p:sp>
      <p:sp>
        <p:nvSpPr>
          <p:cNvPr id="19" name="Footer Placeholder 7"/>
          <p:cNvSpPr>
            <a:spLocks noGrp="1"/>
          </p:cNvSpPr>
          <p:nvPr>
            <p:ph type="ftr" sz="quarter" idx="11"/>
          </p:nvPr>
        </p:nvSpPr>
        <p:spPr>
          <a:xfrm>
            <a:off x="304800" y="6410325"/>
            <a:ext cx="3581400" cy="365125"/>
          </a:xfrm>
        </p:spPr>
        <p:txBody>
          <a:bodyPr/>
          <a:lstStyle>
            <a:lvl1pPr>
              <a:defRPr/>
            </a:lvl1pPr>
          </a:lstStyle>
          <a:p>
            <a:pPr>
              <a:defRPr/>
            </a:pPr>
            <a:endParaRPr lang="en-US"/>
          </a:p>
        </p:txBody>
      </p:sp>
      <p:sp>
        <p:nvSpPr>
          <p:cNvPr id="20" name="Slide Number Placeholder 8"/>
          <p:cNvSpPr>
            <a:spLocks noGrp="1"/>
          </p:cNvSpPr>
          <p:nvPr>
            <p:ph type="sldNum" sz="quarter" idx="12"/>
          </p:nvPr>
        </p:nvSpPr>
        <p:spPr>
          <a:xfrm>
            <a:off x="4343400" y="1042988"/>
            <a:ext cx="457200" cy="441325"/>
          </a:xfrm>
        </p:spPr>
        <p:txBody>
          <a:bodyPr/>
          <a:lstStyle>
            <a:lvl1pPr algn="ctr">
              <a:defRPr/>
            </a:lvl1pPr>
          </a:lstStyle>
          <a:p>
            <a:pPr>
              <a:defRPr/>
            </a:pPr>
            <a:fld id="{2D84E620-21EC-41E1-9377-F5C9298EEAFA}"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r>
              <a:rPr lang="en-US"/>
              <a:t>6/17/2017</a:t>
            </a:r>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4343400" y="1036638"/>
            <a:ext cx="457200" cy="441325"/>
          </a:xfrm>
        </p:spPr>
        <p:txBody>
          <a:bodyPr/>
          <a:lstStyle>
            <a:lvl1pPr>
              <a:defRPr/>
            </a:lvl1pPr>
          </a:lstStyle>
          <a:p>
            <a:pPr>
              <a:defRPr/>
            </a:pPr>
            <a:fld id="{CD349DEA-2E1C-4FF1-AB61-5AE86F21FDD4}"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3" name="Rectangle 2"/>
          <p:cNvSpPr>
            <a:spLocks noChangeArrowheads="1"/>
          </p:cNvSpPr>
          <p:nvPr/>
        </p:nvSpPr>
        <p:spPr bwMode="white">
          <a:xfrm>
            <a:off x="0" y="0"/>
            <a:ext cx="9144000" cy="15557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4" name="Rectangle 3"/>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auto">
          <a:xfrm>
            <a:off x="152400" y="15875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8" name="Date Placeholder 1"/>
          <p:cNvSpPr>
            <a:spLocks noGrp="1"/>
          </p:cNvSpPr>
          <p:nvPr>
            <p:ph type="dt" sz="half" idx="10"/>
          </p:nvPr>
        </p:nvSpPr>
        <p:spPr/>
        <p:txBody>
          <a:bodyPr/>
          <a:lstStyle>
            <a:lvl1pPr>
              <a:defRPr/>
            </a:lvl1pPr>
          </a:lstStyle>
          <a:p>
            <a:pPr>
              <a:defRPr/>
            </a:pPr>
            <a:r>
              <a:rPr lang="en-US"/>
              <a:t>6/17/2017</a:t>
            </a:r>
          </a:p>
        </p:txBody>
      </p:sp>
      <p:sp>
        <p:nvSpPr>
          <p:cNvPr id="9" name="Footer Placeholder 2"/>
          <p:cNvSpPr>
            <a:spLocks noGrp="1"/>
          </p:cNvSpPr>
          <p:nvPr>
            <p:ph type="ftr" sz="quarter" idx="11"/>
          </p:nvPr>
        </p:nvSpPr>
        <p:spPr/>
        <p:txBody>
          <a:bodyPr/>
          <a:lstStyle>
            <a:lvl1pPr>
              <a:defRPr/>
            </a:lvl1pPr>
          </a:lstStyle>
          <a:p>
            <a:pPr>
              <a:defRPr/>
            </a:pPr>
            <a:endParaRPr lang="en-US"/>
          </a:p>
        </p:txBody>
      </p:sp>
      <p:sp>
        <p:nvSpPr>
          <p:cNvPr id="10" name="Slide Number Placeholder 3"/>
          <p:cNvSpPr>
            <a:spLocks noGrp="1"/>
          </p:cNvSpPr>
          <p:nvPr>
            <p:ph type="sldNum" sz="quarter" idx="12"/>
          </p:nvPr>
        </p:nvSpPr>
        <p:spPr>
          <a:xfrm>
            <a:off x="4267200" y="6324600"/>
            <a:ext cx="609600" cy="441325"/>
          </a:xfrm>
        </p:spPr>
        <p:txBody>
          <a:bodyPr/>
          <a:lstStyle>
            <a:lvl1pPr>
              <a:defRPr>
                <a:solidFill>
                  <a:srgbClr val="FFFFFF"/>
                </a:solidFill>
              </a:defRPr>
            </a:lvl1pPr>
          </a:lstStyle>
          <a:p>
            <a:pPr>
              <a:defRPr/>
            </a:pPr>
            <a:fld id="{D3806F43-B017-4AA9-811C-22CDF613F5DE}"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a:spLocks noChangeArrowheads="1"/>
          </p:cNvSpPr>
          <p:nvPr/>
        </p:nvSpPr>
        <p:spPr bwMode="auto">
          <a:xfrm>
            <a:off x="152400" y="152400"/>
            <a:ext cx="8832850"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0" y="0"/>
            <a:ext cx="9144000" cy="119063"/>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1" name="Rectangle 10"/>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2" name="Straight Connector 11"/>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3" name="Oval 12"/>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4" name="Oval 13"/>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5" name="Rectangle 14"/>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2" name="Title 1"/>
          <p:cNvSpPr>
            <a:spLocks noGrp="1"/>
          </p:cNvSpPr>
          <p:nvPr>
            <p:ph type="title"/>
          </p:nvPr>
        </p:nvSpPr>
        <p:spPr>
          <a:xfrm>
            <a:off x="381000" y="914400"/>
            <a:ext cx="2362200" cy="990600"/>
          </a:xfrm>
        </p:spPr>
        <p:txBody>
          <a:bodyPr>
            <a:noAutofit/>
          </a:bodyPr>
          <a:lstStyle>
            <a:lvl1pPr algn="l">
              <a:buNone/>
              <a:defRPr sz="2200" b="1">
                <a:solidFill>
                  <a:srgbClr val="FFFFFF"/>
                </a:solidFill>
              </a:defRPr>
            </a:lvl1pPr>
          </a:lstStyle>
          <a:p>
            <a:r>
              <a:rPr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0" name="Content Placeholder 19"/>
          <p:cNvSpPr>
            <a:spLocks noGrp="1"/>
          </p:cNvSpPr>
          <p:nvPr>
            <p:ph sz="quarter" idx="1"/>
          </p:nvPr>
        </p:nvSpPr>
        <p:spPr>
          <a:xfrm>
            <a:off x="3124200" y="685800"/>
            <a:ext cx="56388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6"/>
          <p:cNvSpPr>
            <a:spLocks noGrp="1"/>
          </p:cNvSpPr>
          <p:nvPr>
            <p:ph type="sldNum" sz="quarter" idx="10"/>
          </p:nvPr>
        </p:nvSpPr>
        <p:spPr>
          <a:xfrm>
            <a:off x="1371600" y="312738"/>
            <a:ext cx="457200" cy="441325"/>
          </a:xfrm>
        </p:spPr>
        <p:txBody>
          <a:bodyPr/>
          <a:lstStyle>
            <a:lvl1pPr>
              <a:defRPr>
                <a:solidFill>
                  <a:schemeClr val="accent3">
                    <a:shade val="75000"/>
                  </a:schemeClr>
                </a:solidFill>
              </a:defRPr>
            </a:lvl1pPr>
          </a:lstStyle>
          <a:p>
            <a:pPr>
              <a:defRPr/>
            </a:pPr>
            <a:fld id="{A790B897-255A-49BE-A496-951493819AC3}" type="slidenum">
              <a:rPr lang="en-US"/>
              <a:pPr>
                <a:defRPr/>
              </a:pPr>
              <a:t>‹#›</a:t>
            </a:fld>
            <a:endParaRPr lang="en-US" dirty="0"/>
          </a:p>
        </p:txBody>
      </p:sp>
      <p:sp>
        <p:nvSpPr>
          <p:cNvPr id="17" name="Date Placeholder 4"/>
          <p:cNvSpPr>
            <a:spLocks noGrp="1"/>
          </p:cNvSpPr>
          <p:nvPr>
            <p:ph type="dt" sz="half" idx="11"/>
          </p:nvPr>
        </p:nvSpPr>
        <p:spPr/>
        <p:txBody>
          <a:bodyPr/>
          <a:lstStyle>
            <a:lvl1pPr>
              <a:defRPr/>
            </a:lvl1pPr>
          </a:lstStyle>
          <a:p>
            <a:pPr>
              <a:defRPr/>
            </a:pPr>
            <a:r>
              <a:rPr lang="en-US"/>
              <a:t>6/17/2017</a:t>
            </a:r>
          </a:p>
        </p:txBody>
      </p:sp>
      <p:sp>
        <p:nvSpPr>
          <p:cNvPr id="18" name="Footer Placeholder 5"/>
          <p:cNvSpPr>
            <a:spLocks noGrp="1"/>
          </p:cNvSpPr>
          <p:nvPr>
            <p:ph type="ftr" sz="quarter" idx="12"/>
          </p:nvPr>
        </p:nvSpPr>
        <p:spPr>
          <a:xfrm>
            <a:off x="301625" y="6410325"/>
            <a:ext cx="3382963" cy="366713"/>
          </a:xfrm>
        </p:spPr>
        <p:txBody>
          <a:bodyPr/>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dirty="0"/>
          </a:p>
        </p:txBody>
      </p:sp>
      <p:sp>
        <p:nvSpPr>
          <p:cNvPr id="10" name="Rectangle 9"/>
          <p:cNvSpPr>
            <a:spLocks noChangeArrowheads="1"/>
          </p:cNvSpPr>
          <p:nvPr/>
        </p:nvSpPr>
        <p:spPr bwMode="auto">
          <a:xfrm>
            <a:off x="152400" y="152400"/>
            <a:ext cx="8832850"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Rectangle 10"/>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2" name="Rectangle 11"/>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3" name="Oval 12"/>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4" name="Oval 13"/>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5" name="Rectangle 14"/>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3000375" y="609600"/>
            <a:ext cx="5867400" cy="4267200"/>
          </a:xfrm>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en-US"/>
              <a:t>Click to edit Master text styles</a:t>
            </a:r>
          </a:p>
        </p:txBody>
      </p:sp>
      <p:sp>
        <p:nvSpPr>
          <p:cNvPr id="16" name="Slide Number Placeholder 6"/>
          <p:cNvSpPr>
            <a:spLocks noGrp="1"/>
          </p:cNvSpPr>
          <p:nvPr>
            <p:ph type="sldNum" sz="quarter" idx="10"/>
          </p:nvPr>
        </p:nvSpPr>
        <p:spPr>
          <a:xfrm>
            <a:off x="1371600" y="312738"/>
            <a:ext cx="457200" cy="441325"/>
          </a:xfrm>
        </p:spPr>
        <p:txBody>
          <a:bodyPr/>
          <a:lstStyle>
            <a:lvl1pPr>
              <a:defRPr/>
            </a:lvl1pPr>
          </a:lstStyle>
          <a:p>
            <a:pPr>
              <a:defRPr/>
            </a:pPr>
            <a:fld id="{6A2648DA-3415-4D65-937C-1C2C32B36994}" type="slidenum">
              <a:rPr lang="en-US"/>
              <a:pPr>
                <a:defRPr/>
              </a:pPr>
              <a:t>‹#›</a:t>
            </a:fld>
            <a:endParaRPr lang="en-US" dirty="0"/>
          </a:p>
        </p:txBody>
      </p:sp>
      <p:sp>
        <p:nvSpPr>
          <p:cNvPr id="17" name="Date Placeholder 4"/>
          <p:cNvSpPr>
            <a:spLocks noGrp="1"/>
          </p:cNvSpPr>
          <p:nvPr>
            <p:ph type="dt" sz="half" idx="11"/>
          </p:nvPr>
        </p:nvSpPr>
        <p:spPr>
          <a:xfrm>
            <a:off x="5788025" y="6405563"/>
            <a:ext cx="3044825" cy="365125"/>
          </a:xfrm>
        </p:spPr>
        <p:txBody>
          <a:bodyPr/>
          <a:lstStyle>
            <a:lvl1pPr>
              <a:defRPr/>
            </a:lvl1pPr>
          </a:lstStyle>
          <a:p>
            <a:pPr>
              <a:defRPr/>
            </a:pPr>
            <a:r>
              <a:rPr lang="en-US"/>
              <a:t>6/17/2017</a:t>
            </a:r>
            <a:endParaRPr lang="en-US" dirty="0"/>
          </a:p>
        </p:txBody>
      </p:sp>
      <p:sp>
        <p:nvSpPr>
          <p:cNvPr id="18" name="Footer Placeholder 5"/>
          <p:cNvSpPr>
            <a:spLocks noGrp="1"/>
          </p:cNvSpPr>
          <p:nvPr>
            <p:ph type="ftr" sz="quarter" idx="12"/>
          </p:nvPr>
        </p:nvSpPr>
        <p:spPr>
          <a:xfrm>
            <a:off x="301625" y="6410325"/>
            <a:ext cx="3584575" cy="366713"/>
          </a:xfrm>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6/17/2017</a:t>
            </a:r>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4954AB1-19D3-4A17-B870-F9167AC37D13}"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0"/>
            <a:ext cx="9144000" cy="15557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0" name="Straight Connector 9"/>
          <p:cNvSpPr>
            <a:spLocks noChangeShapeType="1"/>
          </p:cNvSpPr>
          <p:nvPr/>
        </p:nvSpPr>
        <p:spPr bwMode="auto">
          <a:xfrm rot="5400000">
            <a:off x="4021137"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1" name="Oval 10"/>
          <p:cNvSpPr/>
          <p:nvPr/>
        </p:nvSpPr>
        <p:spPr>
          <a:xfrm>
            <a:off x="6838950"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2" name="Oval 11"/>
          <p:cNvSpPr/>
          <p:nvPr/>
        </p:nvSpPr>
        <p:spPr>
          <a:xfrm>
            <a:off x="6934200" y="3021013"/>
            <a:ext cx="420688"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7391400" y="304801"/>
            <a:ext cx="1447800" cy="5851525"/>
          </a:xfrm>
        </p:spPr>
        <p:txBody>
          <a:bodyPr vert="eaVert"/>
          <a:lstStyle/>
          <a:p>
            <a:r>
              <a:rPr lang="en-US"/>
              <a:t>Click to edit Master title style</a:t>
            </a:r>
          </a:p>
        </p:txBody>
      </p:sp>
      <p:sp>
        <p:nvSpPr>
          <p:cNvPr id="13" name="Slide Number Placeholder 5"/>
          <p:cNvSpPr>
            <a:spLocks noGrp="1"/>
          </p:cNvSpPr>
          <p:nvPr>
            <p:ph type="sldNum" sz="quarter" idx="10"/>
          </p:nvPr>
        </p:nvSpPr>
        <p:spPr>
          <a:xfrm>
            <a:off x="6915150" y="3009900"/>
            <a:ext cx="457200" cy="441325"/>
          </a:xfrm>
        </p:spPr>
        <p:txBody>
          <a:bodyPr/>
          <a:lstStyle>
            <a:lvl1pPr>
              <a:defRPr/>
            </a:lvl1pPr>
          </a:lstStyle>
          <a:p>
            <a:pPr>
              <a:defRPr/>
            </a:pPr>
            <a:fld id="{F049810C-8979-4CEC-96CD-E0D5E02B56DE}" type="slidenum">
              <a:rPr lang="en-US"/>
              <a:pPr>
                <a:defRPr/>
              </a:pPr>
              <a:t>‹#›</a:t>
            </a:fld>
            <a:endParaRPr lang="en-US" dirty="0"/>
          </a:p>
        </p:txBody>
      </p:sp>
      <p:sp>
        <p:nvSpPr>
          <p:cNvPr id="14" name="Date Placeholder 3"/>
          <p:cNvSpPr>
            <a:spLocks noGrp="1"/>
          </p:cNvSpPr>
          <p:nvPr>
            <p:ph type="dt" sz="half" idx="11"/>
          </p:nvPr>
        </p:nvSpPr>
        <p:spPr/>
        <p:txBody>
          <a:bodyPr/>
          <a:lstStyle>
            <a:lvl1pPr>
              <a:defRPr/>
            </a:lvl1pPr>
          </a:lstStyle>
          <a:p>
            <a:pPr>
              <a:defRPr/>
            </a:pPr>
            <a:r>
              <a:rPr lang="en-US"/>
              <a:t>6/17/2017</a:t>
            </a:r>
          </a:p>
        </p:txBody>
      </p:sp>
      <p:sp>
        <p:nvSpPr>
          <p:cNvPr id="15" name="Footer Placeholder 4"/>
          <p:cNvSpPr>
            <a:spLocks noGrp="1"/>
          </p:cNvSpPr>
          <p:nvPr>
            <p:ph type="ftr" sz="quarter" idx="12"/>
          </p:nvPr>
        </p:nvSpPr>
        <p:spPr/>
        <p:txBody>
          <a:bodyPr/>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6" name="Rectangle 15"/>
          <p:cNvSpPr>
            <a:spLocks noChangeArrowheads="1"/>
          </p:cNvSpPr>
          <p:nvPr/>
        </p:nvSpPr>
        <p:spPr bwMode="white">
          <a:xfrm>
            <a:off x="0" y="0"/>
            <a:ext cx="9144000" cy="139382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4" name="Date Placeholder 13"/>
          <p:cNvSpPr>
            <a:spLocks noGrp="1"/>
          </p:cNvSpPr>
          <p:nvPr>
            <p:ph type="dt" sz="half" idx="2"/>
          </p:nvPr>
        </p:nvSpPr>
        <p:spPr>
          <a:xfrm>
            <a:off x="5791200" y="6405563"/>
            <a:ext cx="3044825" cy="365125"/>
          </a:xfrm>
          <a:prstGeom prst="rect">
            <a:avLst/>
          </a:prstGeom>
        </p:spPr>
        <p:txBody>
          <a:bodyPr vert="horz"/>
          <a:lstStyle>
            <a:lvl1pPr algn="r" eaLnBrk="1" latinLnBrk="0" hangingPunct="1">
              <a:defRPr kumimoji="0" sz="1400">
                <a:solidFill>
                  <a:srgbClr val="FFFFFF"/>
                </a:solidFill>
              </a:defRPr>
            </a:lvl1pPr>
          </a:lstStyle>
          <a:p>
            <a:pPr>
              <a:defRPr/>
            </a:pPr>
            <a:r>
              <a:rPr lang="en-US"/>
              <a:t>6/17/2017</a:t>
            </a:r>
            <a:endParaRPr lang="en-US" dirty="0"/>
          </a:p>
        </p:txBody>
      </p:sp>
      <p:sp>
        <p:nvSpPr>
          <p:cNvPr id="3" name="Footer Placeholder 2"/>
          <p:cNvSpPr>
            <a:spLocks noGrp="1"/>
          </p:cNvSpPr>
          <p:nvPr>
            <p:ph type="ftr" sz="quarter" idx="3"/>
          </p:nvPr>
        </p:nvSpPr>
        <p:spPr>
          <a:xfrm>
            <a:off x="304800" y="6410325"/>
            <a:ext cx="3581400" cy="366713"/>
          </a:xfrm>
          <a:prstGeom prst="rect">
            <a:avLst/>
          </a:prstGeom>
        </p:spPr>
        <p:txBody>
          <a:bodyPr vert="horz"/>
          <a:lstStyle>
            <a:lvl1pPr algn="l" eaLnBrk="1" latinLnBrk="0" hangingPunct="1">
              <a:defRPr kumimoji="0" sz="1200">
                <a:solidFill>
                  <a:srgbClr val="FFFFFF"/>
                </a:solidFill>
              </a:defRPr>
            </a:lvl1pPr>
          </a:lstStyle>
          <a:p>
            <a:pPr>
              <a:defRPr/>
            </a:pPr>
            <a:endParaRPr lang="en-US"/>
          </a:p>
        </p:txBody>
      </p:sp>
      <p:sp>
        <p:nvSpPr>
          <p:cNvPr id="8" name="Rectangle 7"/>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0" name="Straight Connector 9"/>
          <p:cNvSpPr>
            <a:spLocks noChangeShapeType="1"/>
          </p:cNvSpPr>
          <p:nvPr/>
        </p:nvSpPr>
        <p:spPr bwMode="auto">
          <a:xfrm>
            <a:off x="152400" y="1276350"/>
            <a:ext cx="8832850"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2" name="Oval 11"/>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15" name="Oval 14"/>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23" name="Slide Number Placeholder 22"/>
          <p:cNvSpPr>
            <a:spLocks noGrp="1"/>
          </p:cNvSpPr>
          <p:nvPr>
            <p:ph type="sldNum" sz="quarter" idx="4"/>
          </p:nvPr>
        </p:nvSpPr>
        <p:spPr>
          <a:xfrm>
            <a:off x="4343400" y="1039813"/>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defRPr/>
            </a:pPr>
            <a:fld id="{E3B0FDF8-656D-4688-8D8A-F09712EA8090}" type="slidenum">
              <a:rPr lang="en-US"/>
              <a:pPr>
                <a:defRPr/>
              </a:pPr>
              <a:t>‹#›</a:t>
            </a:fld>
            <a:endParaRPr lang="en-US" dirty="0"/>
          </a:p>
        </p:txBody>
      </p:sp>
      <p:sp>
        <p:nvSpPr>
          <p:cNvPr id="3086" name="Title Placeholder 21"/>
          <p:cNvSpPr>
            <a:spLocks noGrp="1"/>
          </p:cNvSpPr>
          <p:nvPr>
            <p:ph type="title"/>
          </p:nvPr>
        </p:nvSpPr>
        <p:spPr bwMode="auto">
          <a:xfrm>
            <a:off x="301625" y="228600"/>
            <a:ext cx="8534400" cy="7588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3087" name="Text Placeholder 12"/>
          <p:cNvSpPr>
            <a:spLocks noGrp="1"/>
          </p:cNvSpPr>
          <p:nvPr>
            <p:ph type="body" idx="1"/>
          </p:nvPr>
        </p:nvSpPr>
        <p:spPr bwMode="auto">
          <a:xfrm>
            <a:off x="301625" y="1524000"/>
            <a:ext cx="8534400" cy="45989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hf hdr="0" ftr="0" dt="0"/>
  <p:txStyles>
    <p:titleStyle>
      <a:lvl1pPr algn="ctr" rtl="0" eaLnBrk="0" fontAlgn="base" hangingPunct="0">
        <a:spcBef>
          <a:spcPct val="0"/>
        </a:spcBef>
        <a:spcAft>
          <a:spcPct val="0"/>
        </a:spcAft>
        <a:defRPr sz="3300" kern="1200">
          <a:solidFill>
            <a:srgbClr val="7B9899"/>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p:titleStyle>
    <p:bodyStyle>
      <a:lvl1pPr marL="273050" indent="-273050" algn="l" rtl="0" eaLnBrk="0" fontAlgn="base" hangingPunct="0">
        <a:spcBef>
          <a:spcPct val="20000"/>
        </a:spcBef>
        <a:spcAft>
          <a:spcPct val="0"/>
        </a:spcAft>
        <a:buClr>
          <a:schemeClr val="accent1"/>
        </a:buClr>
        <a:buSzPct val="85000"/>
        <a:buFont typeface="Wingdings 2" pitchFamily="18"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pitchFamily="2"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8CADAE"/>
        </a:buClr>
        <a:buSzPct val="7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8C7B70"/>
        </a:buClr>
        <a:buSzPct val="70000"/>
        <a:buFont typeface="Wingdings" pitchFamily="2"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8FB08C"/>
        </a:buClr>
        <a:buChar char="•"/>
        <a:defRPr sz="20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581400"/>
            <a:ext cx="8229600" cy="1600200"/>
          </a:xfrm>
        </p:spPr>
        <p:txBody>
          <a:bodyPr>
            <a:normAutofit fontScale="90000"/>
          </a:bodyPr>
          <a:lstStyle/>
          <a:p>
            <a:pPr eaLnBrk="1" fontAlgn="auto" hangingPunct="1">
              <a:spcAft>
                <a:spcPts val="0"/>
              </a:spcAft>
              <a:defRPr/>
            </a:pPr>
            <a:r>
              <a:rPr lang="en-US" sz="3100" b="1" dirty="0">
                <a:solidFill>
                  <a:schemeClr val="tx1">
                    <a:lumMod val="75000"/>
                    <a:lumOff val="25000"/>
                  </a:schemeClr>
                </a:solidFill>
              </a:rPr>
              <a:t>Advance Database Management System</a:t>
            </a:r>
            <a:br>
              <a:rPr lang="en-US" sz="4000" b="1" dirty="0">
                <a:solidFill>
                  <a:schemeClr val="tx1">
                    <a:lumMod val="75000"/>
                    <a:lumOff val="25000"/>
                  </a:schemeClr>
                </a:solidFill>
              </a:rPr>
            </a:br>
            <a:r>
              <a:rPr lang="en-US" sz="4000" b="1">
                <a:solidFill>
                  <a:schemeClr val="tx1">
                    <a:lumMod val="75000"/>
                    <a:lumOff val="25000"/>
                  </a:schemeClr>
                </a:solidFill>
              </a:rPr>
              <a:t>Lecture 06:</a:t>
            </a:r>
            <a:br>
              <a:rPr lang="en-US" sz="4000" b="1" dirty="0">
                <a:solidFill>
                  <a:schemeClr val="tx1">
                    <a:lumMod val="75000"/>
                    <a:lumOff val="25000"/>
                  </a:schemeClr>
                </a:solidFill>
              </a:rPr>
            </a:br>
            <a:r>
              <a:rPr lang="en-US" sz="4000" b="1" dirty="0">
                <a:solidFill>
                  <a:schemeClr val="tx1">
                    <a:lumMod val="75000"/>
                    <a:lumOff val="25000"/>
                  </a:schemeClr>
                </a:solidFill>
              </a:rPr>
              <a:t>PL/SQL Subprogram Part 02:</a:t>
            </a:r>
            <a:br>
              <a:rPr lang="en-US" sz="4000" b="1" dirty="0">
                <a:solidFill>
                  <a:schemeClr val="tx1">
                    <a:lumMod val="75000"/>
                    <a:lumOff val="25000"/>
                  </a:schemeClr>
                </a:solidFill>
              </a:rPr>
            </a:br>
            <a:r>
              <a:rPr lang="en-US" sz="4000" b="1" dirty="0">
                <a:solidFill>
                  <a:schemeClr val="tx1">
                    <a:lumMod val="75000"/>
                    <a:lumOff val="25000"/>
                  </a:schemeClr>
                </a:solidFill>
              </a:rPr>
              <a:t>Functions</a:t>
            </a:r>
            <a:br>
              <a:rPr lang="en-US" sz="4000" b="1" dirty="0">
                <a:solidFill>
                  <a:schemeClr val="tx1">
                    <a:lumMod val="75000"/>
                    <a:lumOff val="25000"/>
                  </a:schemeClr>
                </a:solidFill>
              </a:rPr>
            </a:br>
            <a:br>
              <a:rPr lang="en-US" sz="4000" b="1" dirty="0">
                <a:solidFill>
                  <a:schemeClr val="tx1">
                    <a:lumMod val="75000"/>
                    <a:lumOff val="25000"/>
                  </a:schemeClr>
                </a:solidFill>
              </a:rPr>
            </a:br>
            <a:endParaRPr lang="en-US" sz="4000" b="1" dirty="0"/>
          </a:p>
        </p:txBody>
      </p:sp>
      <p:sp>
        <p:nvSpPr>
          <p:cNvPr id="3" name="Slide Number Placeholder 2"/>
          <p:cNvSpPr>
            <a:spLocks noGrp="1"/>
          </p:cNvSpPr>
          <p:nvPr>
            <p:ph type="sldNum" sz="quarter" idx="12"/>
          </p:nvPr>
        </p:nvSpPr>
        <p:spPr/>
        <p:txBody>
          <a:bodyPr/>
          <a:lstStyle/>
          <a:p>
            <a:pPr>
              <a:defRPr/>
            </a:pPr>
            <a:fld id="{38015ECB-9F2C-4194-8DBC-DDD1CB92DD6C}" type="slidenum">
              <a:rPr lang="en-US"/>
              <a:pPr>
                <a:defRPr/>
              </a:pPr>
              <a:t>1</a:t>
            </a:fld>
            <a:endParaRPr lang="en-US" dirty="0"/>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eaLnBrk="1" fontAlgn="auto" hangingPunct="1">
              <a:spcAft>
                <a:spcPts val="0"/>
              </a:spcAft>
              <a:defRPr/>
            </a:pPr>
            <a:r>
              <a:rPr lang="en-US" sz="3200" b="1" dirty="0">
                <a:solidFill>
                  <a:schemeClr val="tx1">
                    <a:lumMod val="85000"/>
                    <a:lumOff val="15000"/>
                  </a:schemeClr>
                </a:solidFill>
              </a:rPr>
              <a:t>Learning Objectives</a:t>
            </a:r>
          </a:p>
        </p:txBody>
      </p:sp>
      <p:sp>
        <p:nvSpPr>
          <p:cNvPr id="4" name="Slide Number Placeholder 3"/>
          <p:cNvSpPr>
            <a:spLocks noGrp="1"/>
          </p:cNvSpPr>
          <p:nvPr>
            <p:ph type="sldNum" sz="quarter" idx="12"/>
          </p:nvPr>
        </p:nvSpPr>
        <p:spPr/>
        <p:txBody>
          <a:bodyPr/>
          <a:lstStyle/>
          <a:p>
            <a:pPr>
              <a:defRPr/>
            </a:pPr>
            <a:fld id="{A2A03ABB-DD05-411F-85E0-4D1FB865E9CD}" type="slidenum">
              <a:rPr lang="en-US"/>
              <a:pPr>
                <a:defRPr/>
              </a:pPr>
              <a:t>2</a:t>
            </a:fld>
            <a:endParaRPr lang="en-US" dirty="0"/>
          </a:p>
        </p:txBody>
      </p:sp>
      <p:sp>
        <p:nvSpPr>
          <p:cNvPr id="3" name="Content Placeholder 2"/>
          <p:cNvSpPr>
            <a:spLocks noGrp="1"/>
          </p:cNvSpPr>
          <p:nvPr>
            <p:ph sz="quarter" idx="1"/>
          </p:nvPr>
        </p:nvSpPr>
        <p:spPr>
          <a:xfrm>
            <a:off x="457200" y="1600200"/>
            <a:ext cx="8229600" cy="4419600"/>
          </a:xfrm>
        </p:spPr>
        <p:txBody>
          <a:bodyPr>
            <a:normAutofit fontScale="92500" lnSpcReduction="20000"/>
          </a:bodyPr>
          <a:lstStyle/>
          <a:p>
            <a:pPr marL="274320" indent="-274320" eaLnBrk="1" fontAlgn="auto" hangingPunct="1">
              <a:spcAft>
                <a:spcPts val="0"/>
              </a:spcAft>
              <a:buFont typeface="Wingdings 2"/>
              <a:buNone/>
              <a:defRPr/>
            </a:pPr>
            <a:r>
              <a:rPr lang="en-US" dirty="0">
                <a:solidFill>
                  <a:schemeClr val="tx1">
                    <a:lumMod val="75000"/>
                    <a:lumOff val="25000"/>
                  </a:schemeClr>
                </a:solidFill>
              </a:rPr>
              <a:t>To know about:</a:t>
            </a:r>
          </a:p>
          <a:p>
            <a:pPr marL="274320" indent="-274320" eaLnBrk="1" fontAlgn="auto" hangingPunct="1">
              <a:spcAft>
                <a:spcPts val="0"/>
              </a:spcAft>
              <a:buFont typeface="Wingdings 2"/>
              <a:buNone/>
              <a:defRPr/>
            </a:pPr>
            <a:endParaRPr lang="en-US" dirty="0">
              <a:solidFill>
                <a:schemeClr val="tx1">
                  <a:lumMod val="75000"/>
                  <a:lumOff val="25000"/>
                </a:schemeClr>
              </a:solidFill>
            </a:endParaRPr>
          </a:p>
          <a:p>
            <a:pPr marL="274320" indent="-274320" eaLnBrk="1" fontAlgn="auto" hangingPunct="1">
              <a:spcAft>
                <a:spcPts val="0"/>
              </a:spcAft>
              <a:buFont typeface="Wingdings 2"/>
              <a:buChar char=""/>
              <a:defRPr/>
            </a:pPr>
            <a:r>
              <a:rPr lang="en-US" dirty="0"/>
              <a:t>PL/SQL Functions</a:t>
            </a:r>
          </a:p>
          <a:p>
            <a:pPr marL="274320" indent="-274320" eaLnBrk="1" fontAlgn="auto" hangingPunct="1">
              <a:spcAft>
                <a:spcPts val="0"/>
              </a:spcAft>
              <a:buFont typeface="Wingdings 2"/>
              <a:buChar char=""/>
              <a:defRPr/>
            </a:pPr>
            <a:r>
              <a:rPr lang="en-US" dirty="0"/>
              <a:t>Creating and Calling PL/SQL Functions</a:t>
            </a:r>
          </a:p>
          <a:p>
            <a:pPr marL="274320" indent="-274320" eaLnBrk="1" fontAlgn="auto" hangingPunct="1">
              <a:spcAft>
                <a:spcPts val="0"/>
              </a:spcAft>
              <a:buFont typeface="Wingdings 2"/>
              <a:buChar char=""/>
              <a:defRPr/>
            </a:pPr>
            <a:r>
              <a:rPr lang="en-US"/>
              <a:t>Recursive Functions</a:t>
            </a:r>
            <a:endParaRPr lang="en-US" dirty="0"/>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endParaRPr lang="en-US" dirty="0">
              <a:solidFill>
                <a:schemeClr val="tx1">
                  <a:lumMod val="75000"/>
                  <a:lumOff val="25000"/>
                </a:schemeClr>
              </a:solidFill>
            </a:endParaRPr>
          </a:p>
          <a:p>
            <a:pPr marL="0" indent="0" eaLnBrk="1" fontAlgn="auto" hangingPunct="1">
              <a:spcAft>
                <a:spcPts val="0"/>
              </a:spcAft>
              <a:buFont typeface="Wingdings 2"/>
              <a:buNone/>
              <a:defRPr/>
            </a:pPr>
            <a:r>
              <a:rPr lang="en-US" dirty="0">
                <a:solidFill>
                  <a:schemeClr val="tx1">
                    <a:lumMod val="85000"/>
                    <a:lumOff val="15000"/>
                  </a:schemeClr>
                </a:solidFill>
              </a:rPr>
              <a:t>	  </a:t>
            </a:r>
          </a:p>
          <a:p>
            <a:pPr marL="274320" indent="-274320" eaLnBrk="1" fontAlgn="auto" hangingPunct="1">
              <a:spcAft>
                <a:spcPts val="0"/>
              </a:spcAft>
              <a:buFont typeface="Wingdings 2"/>
              <a:buNone/>
              <a:defRPr/>
            </a:pPr>
            <a:endParaRPr lang="en-US" sz="3600" dirty="0"/>
          </a:p>
          <a:p>
            <a:pPr marL="274320" indent="-274320" eaLnBrk="1" fontAlgn="auto" hangingPunct="1">
              <a:spcAft>
                <a:spcPts val="0"/>
              </a:spcAft>
              <a:buFont typeface="Wingdings" pitchFamily="2" charset="2"/>
              <a:buChar char="Ø"/>
              <a:defRPr/>
            </a:pPr>
            <a:endParaRPr lang="en-US" sz="3600" dirty="0">
              <a:solidFill>
                <a:schemeClr val="tx1">
                  <a:lumMod val="75000"/>
                  <a:lumOff val="25000"/>
                </a:schemeClr>
              </a:solidFill>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eaLnBrk="1" fontAlgn="auto" hangingPunct="1">
              <a:spcAft>
                <a:spcPts val="0"/>
              </a:spcAft>
              <a:defRPr/>
            </a:pPr>
            <a:r>
              <a:rPr lang="en-US" sz="3200" b="1" dirty="0">
                <a:solidFill>
                  <a:schemeClr val="tx1">
                    <a:lumMod val="85000"/>
                    <a:lumOff val="15000"/>
                  </a:schemeClr>
                </a:solidFill>
              </a:rPr>
              <a:t>PL/SQL Functions</a:t>
            </a:r>
          </a:p>
        </p:txBody>
      </p:sp>
      <p:sp>
        <p:nvSpPr>
          <p:cNvPr id="4" name="Slide Number Placeholder 3"/>
          <p:cNvSpPr>
            <a:spLocks noGrp="1"/>
          </p:cNvSpPr>
          <p:nvPr>
            <p:ph type="sldNum" sz="quarter" idx="12"/>
          </p:nvPr>
        </p:nvSpPr>
        <p:spPr/>
        <p:txBody>
          <a:bodyPr/>
          <a:lstStyle/>
          <a:p>
            <a:pPr>
              <a:defRPr/>
            </a:pPr>
            <a:fld id="{A2A03ABB-DD05-411F-85E0-4D1FB865E9CD}" type="slidenum">
              <a:rPr lang="en-US"/>
              <a:pPr>
                <a:defRPr/>
              </a:pPr>
              <a:t>3</a:t>
            </a:fld>
            <a:endParaRPr lang="en-US" dirty="0"/>
          </a:p>
        </p:txBody>
      </p:sp>
      <p:sp>
        <p:nvSpPr>
          <p:cNvPr id="3" name="Content Placeholder 2"/>
          <p:cNvSpPr>
            <a:spLocks noGrp="1"/>
          </p:cNvSpPr>
          <p:nvPr>
            <p:ph sz="quarter" idx="1"/>
          </p:nvPr>
        </p:nvSpPr>
        <p:spPr>
          <a:xfrm>
            <a:off x="457200" y="1600200"/>
            <a:ext cx="8229600" cy="4419600"/>
          </a:xfrm>
        </p:spPr>
        <p:txBody>
          <a:bodyPr>
            <a:normAutofit/>
          </a:bodyPr>
          <a:lstStyle/>
          <a:p>
            <a:pPr marL="274320" indent="-274320" eaLnBrk="1" fontAlgn="auto" hangingPunct="1">
              <a:spcAft>
                <a:spcPts val="0"/>
              </a:spcAft>
              <a:buFont typeface="Wingdings 2"/>
              <a:buChar char=""/>
              <a:defRPr/>
            </a:pPr>
            <a:endParaRPr lang="en-US" dirty="0"/>
          </a:p>
          <a:p>
            <a:r>
              <a:rPr lang="en-US" sz="3200" dirty="0"/>
              <a:t>A function is same as a procedure except that </a:t>
            </a:r>
            <a:r>
              <a:rPr lang="en-US" sz="3200" dirty="0">
                <a:highlight>
                  <a:srgbClr val="FFFF00"/>
                </a:highlight>
              </a:rPr>
              <a:t>it returns a value</a:t>
            </a:r>
          </a:p>
          <a:p>
            <a:r>
              <a:rPr lang="en-US" sz="3200" dirty="0"/>
              <a:t>Therefore, all the discussions of the previous lecture are true for </a:t>
            </a:r>
            <a:r>
              <a:rPr lang="en-US" sz="3200" dirty="0">
                <a:highlight>
                  <a:srgbClr val="FFFF00"/>
                </a:highlight>
              </a:rPr>
              <a:t>functions too</a:t>
            </a:r>
          </a:p>
          <a:p>
            <a:endParaRPr lang="en-US" sz="3600" dirty="0"/>
          </a:p>
          <a:p>
            <a:endParaRPr lang="en-US" sz="3600" dirty="0"/>
          </a:p>
          <a:p>
            <a:endParaRPr lang="en-US" sz="3600" dirty="0"/>
          </a:p>
          <a:p>
            <a:endParaRPr lang="en-US" sz="3600" dirty="0"/>
          </a:p>
          <a:p>
            <a:endParaRPr lang="en-US" sz="3600" dirty="0"/>
          </a:p>
          <a:p>
            <a:endParaRPr lang="en-US" sz="3600" dirty="0"/>
          </a:p>
          <a:p>
            <a:endParaRPr lang="en-US" sz="3600" dirty="0"/>
          </a:p>
          <a:p>
            <a:endParaRPr lang="en-US" sz="3600" dirty="0"/>
          </a:p>
          <a:p>
            <a:pPr marL="274320" indent="-274320" eaLnBrk="1" fontAlgn="auto" hangingPunct="1">
              <a:spcAft>
                <a:spcPts val="0"/>
              </a:spcAft>
              <a:buFont typeface="Wingdings 2"/>
              <a:buNone/>
              <a:defRPr/>
            </a:pPr>
            <a:endParaRPr lang="en-US" sz="3600" dirty="0"/>
          </a:p>
          <a:p>
            <a:pPr marL="274320" indent="-274320" eaLnBrk="1" fontAlgn="auto" hangingPunct="1">
              <a:spcAft>
                <a:spcPts val="0"/>
              </a:spcAft>
              <a:buFont typeface="Wingdings" pitchFamily="2" charset="2"/>
              <a:buChar char="Ø"/>
              <a:defRPr/>
            </a:pPr>
            <a:endParaRPr lang="en-US" sz="3600" dirty="0">
              <a:solidFill>
                <a:schemeClr val="tx1">
                  <a:lumMod val="75000"/>
                  <a:lumOff val="25000"/>
                </a:schemeClr>
              </a:solidFill>
            </a:endParaRPr>
          </a:p>
        </p:txBody>
      </p:sp>
    </p:spTree>
    <p:extLst>
      <p:ext uri="{BB962C8B-B14F-4D97-AF65-F5344CB8AC3E}">
        <p14:creationId xmlns:p14="http://schemas.microsoft.com/office/powerpoint/2010/main" val="3055058990"/>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eaLnBrk="1" fontAlgn="auto" hangingPunct="1">
              <a:spcAft>
                <a:spcPts val="0"/>
              </a:spcAft>
              <a:defRPr/>
            </a:pPr>
            <a:r>
              <a:rPr lang="en-US" sz="3200" b="1" dirty="0">
                <a:solidFill>
                  <a:schemeClr val="tx1">
                    <a:lumMod val="85000"/>
                    <a:lumOff val="15000"/>
                  </a:schemeClr>
                </a:solidFill>
              </a:rPr>
              <a:t>Creating a Function</a:t>
            </a:r>
          </a:p>
        </p:txBody>
      </p:sp>
      <p:sp>
        <p:nvSpPr>
          <p:cNvPr id="4" name="Slide Number Placeholder 3"/>
          <p:cNvSpPr>
            <a:spLocks noGrp="1"/>
          </p:cNvSpPr>
          <p:nvPr>
            <p:ph type="sldNum" sz="quarter" idx="12"/>
          </p:nvPr>
        </p:nvSpPr>
        <p:spPr/>
        <p:txBody>
          <a:bodyPr/>
          <a:lstStyle/>
          <a:p>
            <a:pPr>
              <a:defRPr/>
            </a:pPr>
            <a:fld id="{A2A03ABB-DD05-411F-85E0-4D1FB865E9CD}" type="slidenum">
              <a:rPr lang="en-US"/>
              <a:pPr>
                <a:defRPr/>
              </a:pPr>
              <a:t>4</a:t>
            </a:fld>
            <a:endParaRPr lang="en-US" dirty="0"/>
          </a:p>
        </p:txBody>
      </p:sp>
      <p:sp>
        <p:nvSpPr>
          <p:cNvPr id="3" name="Content Placeholder 2"/>
          <p:cNvSpPr>
            <a:spLocks noGrp="1"/>
          </p:cNvSpPr>
          <p:nvPr>
            <p:ph sz="quarter" idx="1"/>
          </p:nvPr>
        </p:nvSpPr>
        <p:spPr>
          <a:xfrm>
            <a:off x="457200" y="1600200"/>
            <a:ext cx="8229600" cy="4419600"/>
          </a:xfrm>
        </p:spPr>
        <p:txBody>
          <a:bodyPr>
            <a:normAutofit fontScale="32500" lnSpcReduction="20000"/>
          </a:bodyPr>
          <a:lstStyle/>
          <a:p>
            <a:pPr>
              <a:buNone/>
            </a:pPr>
            <a:r>
              <a:rPr lang="en-US" sz="4800" dirty="0"/>
              <a:t>A standalone function is created using the </a:t>
            </a:r>
            <a:r>
              <a:rPr lang="en-US" sz="4800" b="1" dirty="0"/>
              <a:t>CREATE FUNCTION</a:t>
            </a:r>
            <a:r>
              <a:rPr lang="en-US" sz="4800" dirty="0"/>
              <a:t> statement.</a:t>
            </a:r>
          </a:p>
          <a:p>
            <a:pPr>
              <a:buNone/>
            </a:pPr>
            <a:r>
              <a:rPr lang="en-US" sz="4800" dirty="0"/>
              <a:t>The simplified syntax for the </a:t>
            </a:r>
            <a:r>
              <a:rPr lang="en-US" sz="4800" b="1" dirty="0"/>
              <a:t>CREATE OR REPLACE FUNCTION</a:t>
            </a:r>
          </a:p>
          <a:p>
            <a:pPr>
              <a:buNone/>
            </a:pPr>
            <a:r>
              <a:rPr lang="en-US" sz="4800" dirty="0"/>
              <a:t>statement is as follows −</a:t>
            </a:r>
          </a:p>
          <a:p>
            <a:pPr>
              <a:buNone/>
            </a:pPr>
            <a:r>
              <a:rPr lang="en-US" sz="4800" dirty="0"/>
              <a:t>	</a:t>
            </a:r>
          </a:p>
          <a:p>
            <a:pPr>
              <a:buNone/>
            </a:pPr>
            <a:r>
              <a:rPr lang="en-US" sz="4400" b="1" i="1" dirty="0"/>
              <a:t>	CREATE [OR REPLACE] FUNCTION </a:t>
            </a:r>
            <a:r>
              <a:rPr lang="en-US" sz="4400" b="1" i="1" dirty="0" err="1"/>
              <a:t>function_name</a:t>
            </a:r>
            <a:r>
              <a:rPr lang="en-US" sz="4400" b="1" i="1" dirty="0"/>
              <a:t>  [(</a:t>
            </a:r>
            <a:r>
              <a:rPr lang="en-US" sz="4400" b="1" i="1" dirty="0" err="1"/>
              <a:t>parameter_name</a:t>
            </a:r>
            <a:r>
              <a:rPr lang="en-US" sz="4400" b="1" i="1" dirty="0"/>
              <a:t> [IN | OUT | IN OUT] type [, ...])]  RETURN </a:t>
            </a:r>
            <a:r>
              <a:rPr lang="en-US" sz="4400" b="1" i="1" dirty="0" err="1"/>
              <a:t>return_datatype</a:t>
            </a:r>
            <a:r>
              <a:rPr lang="en-US" sz="4400" b="1" i="1" dirty="0"/>
              <a:t> </a:t>
            </a:r>
          </a:p>
          <a:p>
            <a:pPr>
              <a:buNone/>
            </a:pPr>
            <a:r>
              <a:rPr lang="en-US" sz="4400" b="1" i="1" dirty="0"/>
              <a:t>	{IS | AS} </a:t>
            </a:r>
          </a:p>
          <a:p>
            <a:pPr>
              <a:buNone/>
            </a:pPr>
            <a:r>
              <a:rPr lang="en-US" sz="4400" b="1" i="1" dirty="0"/>
              <a:t>	BEGIN </a:t>
            </a:r>
          </a:p>
          <a:p>
            <a:pPr>
              <a:buNone/>
            </a:pPr>
            <a:r>
              <a:rPr lang="en-US" sz="4400" b="1" i="1" dirty="0"/>
              <a:t>	&lt; </a:t>
            </a:r>
            <a:r>
              <a:rPr lang="en-US" sz="4400" b="1" i="1" dirty="0" err="1"/>
              <a:t>function_body</a:t>
            </a:r>
            <a:r>
              <a:rPr lang="en-US" sz="4400" b="1" i="1" dirty="0"/>
              <a:t> &gt; </a:t>
            </a:r>
          </a:p>
          <a:p>
            <a:pPr>
              <a:buNone/>
            </a:pPr>
            <a:r>
              <a:rPr lang="en-US" sz="4400" b="1" i="1" dirty="0"/>
              <a:t>	END [</a:t>
            </a:r>
            <a:r>
              <a:rPr lang="en-US" sz="4400" b="1" i="1" dirty="0" err="1"/>
              <a:t>function_name</a:t>
            </a:r>
            <a:r>
              <a:rPr lang="en-US" sz="4400" b="1" i="1" dirty="0"/>
              <a:t>];</a:t>
            </a:r>
          </a:p>
          <a:p>
            <a:pPr>
              <a:buNone/>
            </a:pPr>
            <a:r>
              <a:rPr lang="en-US" sz="3200" dirty="0"/>
              <a:t>	</a:t>
            </a:r>
            <a:r>
              <a:rPr lang="en-US" sz="4400" dirty="0"/>
              <a:t>Where,</a:t>
            </a:r>
          </a:p>
          <a:p>
            <a:pPr lvl="1"/>
            <a:r>
              <a:rPr lang="en-US" sz="4000" i="1" dirty="0">
                <a:solidFill>
                  <a:schemeClr val="tx1"/>
                </a:solidFill>
              </a:rPr>
              <a:t>function-name</a:t>
            </a:r>
            <a:r>
              <a:rPr lang="en-US" sz="4000" dirty="0">
                <a:solidFill>
                  <a:schemeClr val="tx1"/>
                </a:solidFill>
              </a:rPr>
              <a:t> specifies the name of the function.</a:t>
            </a:r>
          </a:p>
          <a:p>
            <a:pPr lvl="1"/>
            <a:r>
              <a:rPr lang="en-US" sz="4000" dirty="0">
                <a:solidFill>
                  <a:schemeClr val="tx1"/>
                </a:solidFill>
              </a:rPr>
              <a:t>[OR REPLACE] option allows the modification of an existing function.</a:t>
            </a:r>
          </a:p>
          <a:p>
            <a:pPr lvl="1"/>
            <a:r>
              <a:rPr lang="en-US" sz="4000" dirty="0">
                <a:solidFill>
                  <a:schemeClr val="tx1"/>
                </a:solidFill>
              </a:rPr>
              <a:t>The optional parameter list contains name, mode and types of the parameters. IN represents the value that will be passed from outside and OUT represents the parameter that will be used to return a value outside of the procedure.</a:t>
            </a:r>
          </a:p>
          <a:p>
            <a:pPr lvl="1"/>
            <a:r>
              <a:rPr lang="en-US" sz="4000" dirty="0">
                <a:solidFill>
                  <a:schemeClr val="tx1"/>
                </a:solidFill>
              </a:rPr>
              <a:t>The function must contain a </a:t>
            </a:r>
            <a:r>
              <a:rPr lang="en-US" sz="4000" b="1" dirty="0">
                <a:solidFill>
                  <a:schemeClr val="tx1"/>
                </a:solidFill>
              </a:rPr>
              <a:t>return</a:t>
            </a:r>
            <a:r>
              <a:rPr lang="en-US" sz="4000" dirty="0">
                <a:solidFill>
                  <a:schemeClr val="tx1"/>
                </a:solidFill>
              </a:rPr>
              <a:t> statement.</a:t>
            </a:r>
          </a:p>
          <a:p>
            <a:pPr lvl="1"/>
            <a:r>
              <a:rPr lang="en-US" sz="4000" dirty="0">
                <a:solidFill>
                  <a:schemeClr val="tx1"/>
                </a:solidFill>
              </a:rPr>
              <a:t>The </a:t>
            </a:r>
            <a:r>
              <a:rPr lang="en-US" sz="4000" i="1" dirty="0">
                <a:solidFill>
                  <a:schemeClr val="tx1"/>
                </a:solidFill>
              </a:rPr>
              <a:t>RETURN</a:t>
            </a:r>
            <a:r>
              <a:rPr lang="en-US" sz="4000" dirty="0">
                <a:solidFill>
                  <a:schemeClr val="tx1"/>
                </a:solidFill>
              </a:rPr>
              <a:t> clause specifies the data type you are going to return from the function.</a:t>
            </a:r>
          </a:p>
          <a:p>
            <a:pPr lvl="1"/>
            <a:r>
              <a:rPr lang="en-US" sz="4000" i="1" dirty="0">
                <a:solidFill>
                  <a:schemeClr val="tx1"/>
                </a:solidFill>
              </a:rPr>
              <a:t>function-body</a:t>
            </a:r>
            <a:r>
              <a:rPr lang="en-US" sz="4000" dirty="0">
                <a:solidFill>
                  <a:schemeClr val="tx1"/>
                </a:solidFill>
              </a:rPr>
              <a:t> contains the executable part.</a:t>
            </a:r>
          </a:p>
          <a:p>
            <a:pPr lvl="1"/>
            <a:r>
              <a:rPr lang="en-US" sz="4000" dirty="0">
                <a:solidFill>
                  <a:schemeClr val="tx1"/>
                </a:solidFill>
              </a:rPr>
              <a:t>The AS keyword is used instead of the IS keyword for creating a standalone function.</a:t>
            </a:r>
          </a:p>
          <a:p>
            <a:endParaRPr lang="en-US" sz="4400" dirty="0"/>
          </a:p>
          <a:p>
            <a:endParaRPr lang="en-US" sz="4400" dirty="0"/>
          </a:p>
          <a:p>
            <a:endParaRPr lang="en-US" sz="4400" dirty="0"/>
          </a:p>
          <a:p>
            <a:endParaRPr lang="en-US" sz="4400" dirty="0"/>
          </a:p>
          <a:p>
            <a:endParaRPr lang="en-US" sz="4400" dirty="0"/>
          </a:p>
          <a:p>
            <a:endParaRPr lang="en-US" sz="4400" dirty="0"/>
          </a:p>
          <a:p>
            <a:pPr marL="274320" indent="-274320" eaLnBrk="1" fontAlgn="auto" hangingPunct="1">
              <a:spcAft>
                <a:spcPts val="0"/>
              </a:spcAft>
              <a:buFont typeface="Wingdings 2"/>
              <a:buNone/>
              <a:defRPr/>
            </a:pPr>
            <a:endParaRPr lang="en-US" sz="4400" dirty="0"/>
          </a:p>
          <a:p>
            <a:pPr marL="274320" indent="-274320" eaLnBrk="1" fontAlgn="auto" hangingPunct="1">
              <a:spcAft>
                <a:spcPts val="0"/>
              </a:spcAft>
              <a:buFont typeface="Wingdings" pitchFamily="2" charset="2"/>
              <a:buChar char="Ø"/>
              <a:defRPr/>
            </a:pPr>
            <a:endParaRPr lang="en-US" sz="3600" dirty="0">
              <a:solidFill>
                <a:schemeClr val="tx1">
                  <a:lumMod val="75000"/>
                  <a:lumOff val="25000"/>
                </a:schemeClr>
              </a:solidFill>
            </a:endParaRPr>
          </a:p>
        </p:txBody>
      </p:sp>
    </p:spTree>
    <p:extLst>
      <p:ext uri="{BB962C8B-B14F-4D97-AF65-F5344CB8AC3E}">
        <p14:creationId xmlns:p14="http://schemas.microsoft.com/office/powerpoint/2010/main" val="94188027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eaLnBrk="1" fontAlgn="auto" hangingPunct="1">
              <a:spcAft>
                <a:spcPts val="0"/>
              </a:spcAft>
              <a:defRPr/>
            </a:pPr>
            <a:r>
              <a:rPr lang="en-US" sz="3200" b="1" dirty="0">
                <a:solidFill>
                  <a:schemeClr val="tx1">
                    <a:lumMod val="85000"/>
                    <a:lumOff val="15000"/>
                  </a:schemeClr>
                </a:solidFill>
              </a:rPr>
              <a:t>Function Example</a:t>
            </a:r>
          </a:p>
        </p:txBody>
      </p:sp>
      <p:sp>
        <p:nvSpPr>
          <p:cNvPr id="4" name="Slide Number Placeholder 3"/>
          <p:cNvSpPr>
            <a:spLocks noGrp="1"/>
          </p:cNvSpPr>
          <p:nvPr>
            <p:ph type="sldNum" sz="quarter" idx="12"/>
          </p:nvPr>
        </p:nvSpPr>
        <p:spPr/>
        <p:txBody>
          <a:bodyPr/>
          <a:lstStyle/>
          <a:p>
            <a:pPr>
              <a:defRPr/>
            </a:pPr>
            <a:fld id="{A2A03ABB-DD05-411F-85E0-4D1FB865E9CD}" type="slidenum">
              <a:rPr lang="en-US"/>
              <a:pPr>
                <a:defRPr/>
              </a:pPr>
              <a:t>5</a:t>
            </a:fld>
            <a:endParaRPr lang="en-US" dirty="0"/>
          </a:p>
        </p:txBody>
      </p:sp>
      <p:sp>
        <p:nvSpPr>
          <p:cNvPr id="3" name="Content Placeholder 2"/>
          <p:cNvSpPr>
            <a:spLocks noGrp="1"/>
          </p:cNvSpPr>
          <p:nvPr>
            <p:ph sz="quarter" idx="1"/>
          </p:nvPr>
        </p:nvSpPr>
        <p:spPr>
          <a:xfrm>
            <a:off x="457200" y="1600200"/>
            <a:ext cx="8229600" cy="4419600"/>
          </a:xfrm>
        </p:spPr>
        <p:txBody>
          <a:bodyPr>
            <a:normAutofit/>
          </a:bodyPr>
          <a:lstStyle/>
          <a:p>
            <a:pPr marL="274320" indent="-274320" eaLnBrk="1" fontAlgn="auto" hangingPunct="1">
              <a:spcAft>
                <a:spcPts val="0"/>
              </a:spcAft>
              <a:buNone/>
              <a:defRPr/>
            </a:pPr>
            <a:r>
              <a:rPr lang="en-US" sz="2000" b="1" dirty="0">
                <a:solidFill>
                  <a:schemeClr val="tx1">
                    <a:lumMod val="75000"/>
                    <a:lumOff val="25000"/>
                  </a:schemeClr>
                </a:solidFill>
              </a:rPr>
              <a:t>CREATE OR REPLACE FUNCTION </a:t>
            </a:r>
            <a:r>
              <a:rPr lang="en-US" sz="2000" b="1" dirty="0" err="1">
                <a:solidFill>
                  <a:schemeClr val="tx1">
                    <a:lumMod val="75000"/>
                    <a:lumOff val="25000"/>
                  </a:schemeClr>
                </a:solidFill>
              </a:rPr>
              <a:t>totalCustomers</a:t>
            </a:r>
            <a:r>
              <a:rPr lang="en-US" sz="2000" b="1" dirty="0">
                <a:solidFill>
                  <a:schemeClr val="tx1">
                    <a:lumMod val="75000"/>
                    <a:lumOff val="25000"/>
                  </a:schemeClr>
                </a:solidFill>
              </a:rPr>
              <a:t> </a:t>
            </a:r>
          </a:p>
          <a:p>
            <a:pPr marL="274320" indent="-274320" eaLnBrk="1" fontAlgn="auto" hangingPunct="1">
              <a:spcAft>
                <a:spcPts val="0"/>
              </a:spcAft>
              <a:buNone/>
              <a:defRPr/>
            </a:pPr>
            <a:r>
              <a:rPr lang="en-US" sz="2000" b="1" dirty="0">
                <a:solidFill>
                  <a:schemeClr val="tx1">
                    <a:lumMod val="75000"/>
                    <a:lumOff val="25000"/>
                  </a:schemeClr>
                </a:solidFill>
              </a:rPr>
              <a:t>RETURN number AS </a:t>
            </a:r>
          </a:p>
          <a:p>
            <a:pPr marL="274320" indent="-274320" eaLnBrk="1" fontAlgn="auto" hangingPunct="1">
              <a:spcAft>
                <a:spcPts val="0"/>
              </a:spcAft>
              <a:buNone/>
              <a:defRPr/>
            </a:pPr>
            <a:r>
              <a:rPr lang="en-US" sz="2000" b="1" dirty="0">
                <a:solidFill>
                  <a:schemeClr val="tx1">
                    <a:lumMod val="75000"/>
                    <a:lumOff val="25000"/>
                  </a:schemeClr>
                </a:solidFill>
              </a:rPr>
              <a:t>   total number(2) := 0; </a:t>
            </a:r>
          </a:p>
          <a:p>
            <a:pPr marL="274320" indent="-274320" eaLnBrk="1" fontAlgn="auto" hangingPunct="1">
              <a:spcAft>
                <a:spcPts val="0"/>
              </a:spcAft>
              <a:buNone/>
              <a:defRPr/>
            </a:pPr>
            <a:r>
              <a:rPr lang="en-US" sz="2000" b="1" dirty="0">
                <a:solidFill>
                  <a:schemeClr val="tx1">
                    <a:lumMod val="75000"/>
                    <a:lumOff val="25000"/>
                  </a:schemeClr>
                </a:solidFill>
              </a:rPr>
              <a:t>BEGIN </a:t>
            </a:r>
          </a:p>
          <a:p>
            <a:pPr marL="274320" indent="-274320" eaLnBrk="1" fontAlgn="auto" hangingPunct="1">
              <a:spcAft>
                <a:spcPts val="0"/>
              </a:spcAft>
              <a:buNone/>
              <a:defRPr/>
            </a:pPr>
            <a:r>
              <a:rPr lang="en-US" sz="2000" b="1" dirty="0">
                <a:solidFill>
                  <a:schemeClr val="tx1">
                    <a:lumMod val="75000"/>
                    <a:lumOff val="25000"/>
                  </a:schemeClr>
                </a:solidFill>
              </a:rPr>
              <a:t>   SELECT count(*) into total </a:t>
            </a:r>
          </a:p>
          <a:p>
            <a:pPr marL="274320" indent="-274320" eaLnBrk="1" fontAlgn="auto" hangingPunct="1">
              <a:spcAft>
                <a:spcPts val="0"/>
              </a:spcAft>
              <a:buNone/>
              <a:defRPr/>
            </a:pPr>
            <a:r>
              <a:rPr lang="en-US" sz="2000" b="1" dirty="0">
                <a:solidFill>
                  <a:schemeClr val="tx1">
                    <a:lumMod val="75000"/>
                    <a:lumOff val="25000"/>
                  </a:schemeClr>
                </a:solidFill>
              </a:rPr>
              <a:t>   FROM customers;  </a:t>
            </a:r>
          </a:p>
          <a:p>
            <a:pPr marL="274320" indent="-274320" eaLnBrk="1" fontAlgn="auto" hangingPunct="1">
              <a:spcAft>
                <a:spcPts val="0"/>
              </a:spcAft>
              <a:buNone/>
              <a:defRPr/>
            </a:pPr>
            <a:r>
              <a:rPr lang="en-US" sz="2000" b="1" dirty="0">
                <a:solidFill>
                  <a:schemeClr val="tx1">
                    <a:lumMod val="75000"/>
                    <a:lumOff val="25000"/>
                  </a:schemeClr>
                </a:solidFill>
              </a:rPr>
              <a:t>   RETURN total; </a:t>
            </a:r>
          </a:p>
          <a:p>
            <a:pPr marL="274320" indent="-274320" eaLnBrk="1" fontAlgn="auto" hangingPunct="1">
              <a:spcAft>
                <a:spcPts val="0"/>
              </a:spcAft>
              <a:buNone/>
              <a:defRPr/>
            </a:pPr>
            <a:r>
              <a:rPr lang="en-US" sz="2000" b="1" dirty="0">
                <a:solidFill>
                  <a:schemeClr val="tx1">
                    <a:lumMod val="75000"/>
                    <a:lumOff val="25000"/>
                  </a:schemeClr>
                </a:solidFill>
              </a:rPr>
              <a:t>END; </a:t>
            </a:r>
          </a:p>
          <a:p>
            <a:pPr marL="274320" indent="-274320" eaLnBrk="1" fontAlgn="auto" hangingPunct="1">
              <a:spcAft>
                <a:spcPts val="0"/>
              </a:spcAft>
              <a:buNone/>
              <a:defRPr/>
            </a:pPr>
            <a:r>
              <a:rPr lang="en-US" sz="2000" b="1" dirty="0">
                <a:solidFill>
                  <a:schemeClr val="tx1">
                    <a:lumMod val="75000"/>
                    <a:lumOff val="25000"/>
                  </a:schemeClr>
                </a:solidFill>
              </a:rPr>
              <a:t>/ </a:t>
            </a:r>
          </a:p>
        </p:txBody>
      </p:sp>
    </p:spTree>
    <p:extLst>
      <p:ext uri="{BB962C8B-B14F-4D97-AF65-F5344CB8AC3E}">
        <p14:creationId xmlns:p14="http://schemas.microsoft.com/office/powerpoint/2010/main" val="3065311029"/>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eaLnBrk="1" fontAlgn="auto" hangingPunct="1">
              <a:spcAft>
                <a:spcPts val="0"/>
              </a:spcAft>
              <a:defRPr/>
            </a:pPr>
            <a:r>
              <a:rPr lang="en-US" sz="3200" b="1" dirty="0">
                <a:solidFill>
                  <a:schemeClr val="tx1">
                    <a:lumMod val="85000"/>
                    <a:lumOff val="15000"/>
                  </a:schemeClr>
                </a:solidFill>
              </a:rPr>
              <a:t>Calling a Function</a:t>
            </a:r>
          </a:p>
        </p:txBody>
      </p:sp>
      <p:sp>
        <p:nvSpPr>
          <p:cNvPr id="4" name="Slide Number Placeholder 3"/>
          <p:cNvSpPr>
            <a:spLocks noGrp="1"/>
          </p:cNvSpPr>
          <p:nvPr>
            <p:ph type="sldNum" sz="quarter" idx="12"/>
          </p:nvPr>
        </p:nvSpPr>
        <p:spPr/>
        <p:txBody>
          <a:bodyPr/>
          <a:lstStyle/>
          <a:p>
            <a:pPr>
              <a:defRPr/>
            </a:pPr>
            <a:fld id="{A2A03ABB-DD05-411F-85E0-4D1FB865E9CD}" type="slidenum">
              <a:rPr lang="en-US"/>
              <a:pPr>
                <a:defRPr/>
              </a:pPr>
              <a:t>6</a:t>
            </a:fld>
            <a:endParaRPr lang="en-US" dirty="0"/>
          </a:p>
        </p:txBody>
      </p:sp>
      <p:sp>
        <p:nvSpPr>
          <p:cNvPr id="3" name="Content Placeholder 2"/>
          <p:cNvSpPr>
            <a:spLocks noGrp="1"/>
          </p:cNvSpPr>
          <p:nvPr>
            <p:ph sz="quarter" idx="1"/>
          </p:nvPr>
        </p:nvSpPr>
        <p:spPr>
          <a:xfrm>
            <a:off x="457200" y="1600200"/>
            <a:ext cx="8229600" cy="4419600"/>
          </a:xfrm>
        </p:spPr>
        <p:txBody>
          <a:bodyPr>
            <a:noAutofit/>
          </a:bodyPr>
          <a:lstStyle/>
          <a:p>
            <a:pPr marL="274320" indent="-274320" eaLnBrk="1" fontAlgn="auto" hangingPunct="1">
              <a:spcAft>
                <a:spcPts val="0"/>
              </a:spcAft>
              <a:buNone/>
              <a:defRPr/>
            </a:pPr>
            <a:r>
              <a:rPr lang="en-US" sz="2000" b="1" dirty="0">
                <a:solidFill>
                  <a:schemeClr val="tx1">
                    <a:lumMod val="75000"/>
                    <a:lumOff val="25000"/>
                  </a:schemeClr>
                </a:solidFill>
              </a:rPr>
              <a:t>DECLARE </a:t>
            </a:r>
          </a:p>
          <a:p>
            <a:pPr marL="274320" indent="-274320" eaLnBrk="1" fontAlgn="auto" hangingPunct="1">
              <a:spcAft>
                <a:spcPts val="0"/>
              </a:spcAft>
              <a:buNone/>
              <a:defRPr/>
            </a:pPr>
            <a:r>
              <a:rPr lang="en-US" sz="2000" b="1" dirty="0">
                <a:solidFill>
                  <a:schemeClr val="tx1">
                    <a:lumMod val="75000"/>
                    <a:lumOff val="25000"/>
                  </a:schemeClr>
                </a:solidFill>
              </a:rPr>
              <a:t>   c number(2); </a:t>
            </a:r>
          </a:p>
          <a:p>
            <a:pPr marL="274320" indent="-274320" eaLnBrk="1" fontAlgn="auto" hangingPunct="1">
              <a:spcAft>
                <a:spcPts val="0"/>
              </a:spcAft>
              <a:buNone/>
              <a:defRPr/>
            </a:pPr>
            <a:r>
              <a:rPr lang="en-US" sz="2000" b="1" dirty="0">
                <a:solidFill>
                  <a:schemeClr val="tx1">
                    <a:lumMod val="75000"/>
                    <a:lumOff val="25000"/>
                  </a:schemeClr>
                </a:solidFill>
              </a:rPr>
              <a:t>BEGIN </a:t>
            </a:r>
          </a:p>
          <a:p>
            <a:pPr marL="274320" indent="-274320" eaLnBrk="1" fontAlgn="auto" hangingPunct="1">
              <a:spcAft>
                <a:spcPts val="0"/>
              </a:spcAft>
              <a:buNone/>
              <a:defRPr/>
            </a:pPr>
            <a:r>
              <a:rPr lang="en-US" sz="2000" b="1" dirty="0">
                <a:solidFill>
                  <a:schemeClr val="tx1">
                    <a:lumMod val="75000"/>
                    <a:lumOff val="25000"/>
                  </a:schemeClr>
                </a:solidFill>
              </a:rPr>
              <a:t>   c := </a:t>
            </a:r>
            <a:r>
              <a:rPr lang="en-US" sz="2000" b="1" dirty="0" err="1">
                <a:solidFill>
                  <a:schemeClr val="tx1">
                    <a:lumMod val="75000"/>
                    <a:lumOff val="25000"/>
                  </a:schemeClr>
                </a:solidFill>
              </a:rPr>
              <a:t>totalCustomers</a:t>
            </a:r>
            <a:r>
              <a:rPr lang="en-US" sz="2000" b="1" dirty="0">
                <a:solidFill>
                  <a:schemeClr val="tx1">
                    <a:lumMod val="75000"/>
                    <a:lumOff val="25000"/>
                  </a:schemeClr>
                </a:solidFill>
              </a:rPr>
              <a:t>(); </a:t>
            </a:r>
          </a:p>
          <a:p>
            <a:pPr marL="274320" indent="-274320" eaLnBrk="1" fontAlgn="auto" hangingPunct="1">
              <a:spcAft>
                <a:spcPts val="0"/>
              </a:spcAft>
              <a:buNone/>
              <a:defRPr/>
            </a:pPr>
            <a:r>
              <a:rPr lang="en-US" sz="2000" b="1" dirty="0">
                <a:solidFill>
                  <a:schemeClr val="tx1">
                    <a:lumMod val="75000"/>
                    <a:lumOff val="25000"/>
                  </a:schemeClr>
                </a:solidFill>
              </a:rPr>
              <a:t>   </a:t>
            </a:r>
            <a:r>
              <a:rPr lang="en-US" sz="2000" b="1" dirty="0" err="1">
                <a:solidFill>
                  <a:schemeClr val="tx1">
                    <a:lumMod val="75000"/>
                    <a:lumOff val="25000"/>
                  </a:schemeClr>
                </a:solidFill>
              </a:rPr>
              <a:t>dbms_output.put_line</a:t>
            </a:r>
            <a:r>
              <a:rPr lang="en-US" sz="2000" b="1" dirty="0">
                <a:solidFill>
                  <a:schemeClr val="tx1">
                    <a:lumMod val="75000"/>
                    <a:lumOff val="25000"/>
                  </a:schemeClr>
                </a:solidFill>
              </a:rPr>
              <a:t>('Total no. of Customers: ' || c); </a:t>
            </a:r>
          </a:p>
          <a:p>
            <a:pPr marL="274320" indent="-274320" eaLnBrk="1" fontAlgn="auto" hangingPunct="1">
              <a:spcAft>
                <a:spcPts val="0"/>
              </a:spcAft>
              <a:buNone/>
              <a:defRPr/>
            </a:pPr>
            <a:r>
              <a:rPr lang="en-US" sz="2000" b="1" dirty="0">
                <a:solidFill>
                  <a:schemeClr val="tx1">
                    <a:lumMod val="75000"/>
                    <a:lumOff val="25000"/>
                  </a:schemeClr>
                </a:solidFill>
              </a:rPr>
              <a:t>END; </a:t>
            </a:r>
          </a:p>
          <a:p>
            <a:pPr marL="274320" indent="-274320" eaLnBrk="1" fontAlgn="auto" hangingPunct="1">
              <a:spcAft>
                <a:spcPts val="0"/>
              </a:spcAft>
              <a:buNone/>
              <a:defRPr/>
            </a:pPr>
            <a:r>
              <a:rPr lang="en-US" sz="2000" b="1" dirty="0">
                <a:solidFill>
                  <a:schemeClr val="tx1">
                    <a:lumMod val="75000"/>
                    <a:lumOff val="25000"/>
                  </a:schemeClr>
                </a:solidFill>
              </a:rPr>
              <a:t>/</a:t>
            </a:r>
          </a:p>
        </p:txBody>
      </p:sp>
    </p:spTree>
    <p:extLst>
      <p:ext uri="{BB962C8B-B14F-4D97-AF65-F5344CB8AC3E}">
        <p14:creationId xmlns:p14="http://schemas.microsoft.com/office/powerpoint/2010/main" val="35983072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eaLnBrk="1" fontAlgn="auto" hangingPunct="1">
              <a:spcAft>
                <a:spcPts val="0"/>
              </a:spcAft>
              <a:defRPr/>
            </a:pPr>
            <a:r>
              <a:rPr lang="en-US" sz="3200" b="1" dirty="0">
                <a:solidFill>
                  <a:schemeClr val="tx1">
                    <a:lumMod val="85000"/>
                    <a:lumOff val="15000"/>
                  </a:schemeClr>
                </a:solidFill>
              </a:rPr>
              <a:t>Function Example</a:t>
            </a:r>
          </a:p>
        </p:txBody>
      </p:sp>
      <p:sp>
        <p:nvSpPr>
          <p:cNvPr id="4" name="Slide Number Placeholder 3"/>
          <p:cNvSpPr>
            <a:spLocks noGrp="1"/>
          </p:cNvSpPr>
          <p:nvPr>
            <p:ph type="sldNum" sz="quarter" idx="12"/>
          </p:nvPr>
        </p:nvSpPr>
        <p:spPr/>
        <p:txBody>
          <a:bodyPr/>
          <a:lstStyle/>
          <a:p>
            <a:pPr>
              <a:defRPr/>
            </a:pPr>
            <a:fld id="{A2A03ABB-DD05-411F-85E0-4D1FB865E9CD}" type="slidenum">
              <a:rPr lang="en-US"/>
              <a:pPr>
                <a:defRPr/>
              </a:pPr>
              <a:t>7</a:t>
            </a:fld>
            <a:endParaRPr lang="en-US" dirty="0"/>
          </a:p>
        </p:txBody>
      </p:sp>
      <p:sp>
        <p:nvSpPr>
          <p:cNvPr id="3" name="Content Placeholder 2"/>
          <p:cNvSpPr>
            <a:spLocks noGrp="1"/>
          </p:cNvSpPr>
          <p:nvPr>
            <p:ph sz="quarter" idx="1"/>
          </p:nvPr>
        </p:nvSpPr>
        <p:spPr>
          <a:xfrm>
            <a:off x="457199" y="1600200"/>
            <a:ext cx="8378825" cy="4572000"/>
          </a:xfrm>
        </p:spPr>
        <p:txBody>
          <a:bodyPr>
            <a:normAutofit fontScale="32500" lnSpcReduction="20000"/>
          </a:bodyPr>
          <a:lstStyle/>
          <a:p>
            <a:pPr marL="274320" indent="-274320" eaLnBrk="1" fontAlgn="auto" hangingPunct="1">
              <a:spcAft>
                <a:spcPts val="0"/>
              </a:spcAft>
              <a:buNone/>
              <a:defRPr/>
            </a:pPr>
            <a:r>
              <a:rPr lang="en-US" sz="3600" b="1" dirty="0">
                <a:solidFill>
                  <a:schemeClr val="tx1">
                    <a:lumMod val="75000"/>
                    <a:lumOff val="25000"/>
                  </a:schemeClr>
                </a:solidFill>
              </a:rPr>
              <a:t>DECLARE </a:t>
            </a:r>
          </a:p>
          <a:p>
            <a:pPr marL="274320" indent="-274320" eaLnBrk="1" fontAlgn="auto" hangingPunct="1">
              <a:spcAft>
                <a:spcPts val="0"/>
              </a:spcAft>
              <a:buNone/>
              <a:defRPr/>
            </a:pPr>
            <a:r>
              <a:rPr lang="en-US" sz="3600" b="1" dirty="0">
                <a:solidFill>
                  <a:schemeClr val="tx1">
                    <a:lumMod val="75000"/>
                    <a:lumOff val="25000"/>
                  </a:schemeClr>
                </a:solidFill>
              </a:rPr>
              <a:t>   a number; </a:t>
            </a:r>
          </a:p>
          <a:p>
            <a:pPr marL="274320" indent="-274320" eaLnBrk="1" fontAlgn="auto" hangingPunct="1">
              <a:spcAft>
                <a:spcPts val="0"/>
              </a:spcAft>
              <a:buNone/>
              <a:defRPr/>
            </a:pPr>
            <a:r>
              <a:rPr lang="en-US" sz="3600" b="1" dirty="0">
                <a:solidFill>
                  <a:schemeClr val="tx1">
                    <a:lumMod val="75000"/>
                    <a:lumOff val="25000"/>
                  </a:schemeClr>
                </a:solidFill>
              </a:rPr>
              <a:t>   b number; </a:t>
            </a:r>
          </a:p>
          <a:p>
            <a:pPr marL="274320" indent="-274320" eaLnBrk="1" fontAlgn="auto" hangingPunct="1">
              <a:spcAft>
                <a:spcPts val="0"/>
              </a:spcAft>
              <a:buNone/>
              <a:defRPr/>
            </a:pPr>
            <a:r>
              <a:rPr lang="en-US" sz="3600" b="1" dirty="0">
                <a:solidFill>
                  <a:schemeClr val="tx1">
                    <a:lumMod val="75000"/>
                    <a:lumOff val="25000"/>
                  </a:schemeClr>
                </a:solidFill>
              </a:rPr>
              <a:t>   c number; </a:t>
            </a:r>
          </a:p>
          <a:p>
            <a:pPr marL="274320" indent="-274320" eaLnBrk="1" fontAlgn="auto" hangingPunct="1">
              <a:spcAft>
                <a:spcPts val="0"/>
              </a:spcAft>
              <a:buNone/>
              <a:defRPr/>
            </a:pPr>
            <a:r>
              <a:rPr lang="en-US" sz="3600" b="1" dirty="0">
                <a:solidFill>
                  <a:schemeClr val="tx1">
                    <a:lumMod val="75000"/>
                    <a:lumOff val="25000"/>
                  </a:schemeClr>
                </a:solidFill>
              </a:rPr>
              <a:t>FUNCTION </a:t>
            </a:r>
            <a:r>
              <a:rPr lang="en-US" sz="3600" b="1" dirty="0" err="1">
                <a:solidFill>
                  <a:schemeClr val="tx1">
                    <a:lumMod val="75000"/>
                    <a:lumOff val="25000"/>
                  </a:schemeClr>
                </a:solidFill>
              </a:rPr>
              <a:t>findMax</a:t>
            </a:r>
            <a:r>
              <a:rPr lang="en-US" sz="3600" b="1" dirty="0">
                <a:solidFill>
                  <a:schemeClr val="tx1">
                    <a:lumMod val="75000"/>
                    <a:lumOff val="25000"/>
                  </a:schemeClr>
                </a:solidFill>
              </a:rPr>
              <a:t>(x IN number, y IN number)  </a:t>
            </a:r>
          </a:p>
          <a:p>
            <a:pPr marL="274320" indent="-274320" eaLnBrk="1" fontAlgn="auto" hangingPunct="1">
              <a:spcAft>
                <a:spcPts val="0"/>
              </a:spcAft>
              <a:buNone/>
              <a:defRPr/>
            </a:pPr>
            <a:r>
              <a:rPr lang="en-US" sz="3600" b="1" dirty="0">
                <a:solidFill>
                  <a:schemeClr val="tx1">
                    <a:lumMod val="75000"/>
                    <a:lumOff val="25000"/>
                  </a:schemeClr>
                </a:solidFill>
              </a:rPr>
              <a:t>RETURN number </a:t>
            </a:r>
          </a:p>
          <a:p>
            <a:pPr marL="274320" indent="-274320" eaLnBrk="1" fontAlgn="auto" hangingPunct="1">
              <a:spcAft>
                <a:spcPts val="0"/>
              </a:spcAft>
              <a:buNone/>
              <a:defRPr/>
            </a:pPr>
            <a:r>
              <a:rPr lang="en-US" sz="3600" b="1" dirty="0">
                <a:solidFill>
                  <a:schemeClr val="tx1">
                    <a:lumMod val="75000"/>
                    <a:lumOff val="25000"/>
                  </a:schemeClr>
                </a:solidFill>
              </a:rPr>
              <a:t>IS </a:t>
            </a:r>
          </a:p>
          <a:p>
            <a:pPr marL="274320" indent="-274320" eaLnBrk="1" fontAlgn="auto" hangingPunct="1">
              <a:spcAft>
                <a:spcPts val="0"/>
              </a:spcAft>
              <a:buNone/>
              <a:defRPr/>
            </a:pPr>
            <a:r>
              <a:rPr lang="en-US" sz="3600" b="1" dirty="0">
                <a:solidFill>
                  <a:schemeClr val="tx1">
                    <a:lumMod val="75000"/>
                    <a:lumOff val="25000"/>
                  </a:schemeClr>
                </a:solidFill>
              </a:rPr>
              <a:t>    z number; </a:t>
            </a:r>
          </a:p>
          <a:p>
            <a:pPr marL="274320" indent="-274320" eaLnBrk="1" fontAlgn="auto" hangingPunct="1">
              <a:spcAft>
                <a:spcPts val="0"/>
              </a:spcAft>
              <a:buNone/>
              <a:defRPr/>
            </a:pPr>
            <a:r>
              <a:rPr lang="en-US" sz="3600" b="1" dirty="0">
                <a:solidFill>
                  <a:schemeClr val="tx1">
                    <a:lumMod val="75000"/>
                    <a:lumOff val="25000"/>
                  </a:schemeClr>
                </a:solidFill>
              </a:rPr>
              <a:t>BEGIN </a:t>
            </a:r>
          </a:p>
          <a:p>
            <a:pPr marL="274320" indent="-274320" eaLnBrk="1" fontAlgn="auto" hangingPunct="1">
              <a:spcAft>
                <a:spcPts val="0"/>
              </a:spcAft>
              <a:buNone/>
              <a:defRPr/>
            </a:pPr>
            <a:r>
              <a:rPr lang="en-US" sz="3600" b="1" dirty="0">
                <a:solidFill>
                  <a:schemeClr val="tx1">
                    <a:lumMod val="75000"/>
                    <a:lumOff val="25000"/>
                  </a:schemeClr>
                </a:solidFill>
              </a:rPr>
              <a:t>   IF x &gt; y THEN </a:t>
            </a:r>
          </a:p>
          <a:p>
            <a:pPr marL="274320" indent="-274320" eaLnBrk="1" fontAlgn="auto" hangingPunct="1">
              <a:spcAft>
                <a:spcPts val="0"/>
              </a:spcAft>
              <a:buNone/>
              <a:defRPr/>
            </a:pPr>
            <a:r>
              <a:rPr lang="en-US" sz="3600" b="1" dirty="0">
                <a:solidFill>
                  <a:schemeClr val="tx1">
                    <a:lumMod val="75000"/>
                    <a:lumOff val="25000"/>
                  </a:schemeClr>
                </a:solidFill>
              </a:rPr>
              <a:t>      z:= x; </a:t>
            </a:r>
          </a:p>
          <a:p>
            <a:pPr marL="274320" indent="-274320" eaLnBrk="1" fontAlgn="auto" hangingPunct="1">
              <a:spcAft>
                <a:spcPts val="0"/>
              </a:spcAft>
              <a:buNone/>
              <a:defRPr/>
            </a:pPr>
            <a:r>
              <a:rPr lang="en-US" sz="3600" b="1" dirty="0">
                <a:solidFill>
                  <a:schemeClr val="tx1">
                    <a:lumMod val="75000"/>
                    <a:lumOff val="25000"/>
                  </a:schemeClr>
                </a:solidFill>
              </a:rPr>
              <a:t>   ELSE </a:t>
            </a:r>
          </a:p>
          <a:p>
            <a:pPr marL="274320" indent="-274320" eaLnBrk="1" fontAlgn="auto" hangingPunct="1">
              <a:spcAft>
                <a:spcPts val="0"/>
              </a:spcAft>
              <a:buNone/>
              <a:defRPr/>
            </a:pPr>
            <a:r>
              <a:rPr lang="en-US" sz="3600" b="1" dirty="0">
                <a:solidFill>
                  <a:schemeClr val="tx1">
                    <a:lumMod val="75000"/>
                    <a:lumOff val="25000"/>
                  </a:schemeClr>
                </a:solidFill>
              </a:rPr>
              <a:t>      z:= y; </a:t>
            </a:r>
          </a:p>
          <a:p>
            <a:pPr marL="274320" indent="-274320" eaLnBrk="1" fontAlgn="auto" hangingPunct="1">
              <a:spcAft>
                <a:spcPts val="0"/>
              </a:spcAft>
              <a:buNone/>
              <a:defRPr/>
            </a:pPr>
            <a:r>
              <a:rPr lang="en-US" sz="3600" b="1" dirty="0">
                <a:solidFill>
                  <a:schemeClr val="tx1">
                    <a:lumMod val="75000"/>
                    <a:lumOff val="25000"/>
                  </a:schemeClr>
                </a:solidFill>
              </a:rPr>
              <a:t>   END IF;  </a:t>
            </a:r>
          </a:p>
          <a:p>
            <a:pPr marL="274320" indent="-274320" eaLnBrk="1" fontAlgn="auto" hangingPunct="1">
              <a:spcAft>
                <a:spcPts val="0"/>
              </a:spcAft>
              <a:buNone/>
              <a:defRPr/>
            </a:pPr>
            <a:r>
              <a:rPr lang="en-US" sz="3600" b="1" dirty="0">
                <a:solidFill>
                  <a:schemeClr val="tx1">
                    <a:lumMod val="75000"/>
                    <a:lumOff val="25000"/>
                  </a:schemeClr>
                </a:solidFill>
              </a:rPr>
              <a:t>   RETURN z; </a:t>
            </a:r>
          </a:p>
          <a:p>
            <a:pPr marL="274320" indent="-274320" eaLnBrk="1" fontAlgn="auto" hangingPunct="1">
              <a:spcAft>
                <a:spcPts val="0"/>
              </a:spcAft>
              <a:buNone/>
              <a:defRPr/>
            </a:pPr>
            <a:r>
              <a:rPr lang="en-US" sz="3600" b="1" dirty="0">
                <a:solidFill>
                  <a:schemeClr val="tx1">
                    <a:lumMod val="75000"/>
                    <a:lumOff val="25000"/>
                  </a:schemeClr>
                </a:solidFill>
              </a:rPr>
              <a:t>END; </a:t>
            </a:r>
          </a:p>
          <a:p>
            <a:pPr marL="274320" indent="-274320" eaLnBrk="1" fontAlgn="auto" hangingPunct="1">
              <a:spcAft>
                <a:spcPts val="0"/>
              </a:spcAft>
              <a:buNone/>
              <a:defRPr/>
            </a:pPr>
            <a:r>
              <a:rPr lang="en-US" sz="3600" b="1" dirty="0">
                <a:solidFill>
                  <a:schemeClr val="tx1">
                    <a:lumMod val="75000"/>
                    <a:lumOff val="25000"/>
                  </a:schemeClr>
                </a:solidFill>
              </a:rPr>
              <a:t>BEGIN </a:t>
            </a:r>
          </a:p>
          <a:p>
            <a:pPr marL="274320" indent="-274320" eaLnBrk="1" fontAlgn="auto" hangingPunct="1">
              <a:spcAft>
                <a:spcPts val="0"/>
              </a:spcAft>
              <a:buNone/>
              <a:defRPr/>
            </a:pPr>
            <a:r>
              <a:rPr lang="en-US" sz="3600" b="1" dirty="0">
                <a:solidFill>
                  <a:schemeClr val="tx1">
                    <a:lumMod val="75000"/>
                    <a:lumOff val="25000"/>
                  </a:schemeClr>
                </a:solidFill>
              </a:rPr>
              <a:t>   a:= 23; </a:t>
            </a:r>
          </a:p>
          <a:p>
            <a:pPr marL="274320" indent="-274320" eaLnBrk="1" fontAlgn="auto" hangingPunct="1">
              <a:spcAft>
                <a:spcPts val="0"/>
              </a:spcAft>
              <a:buNone/>
              <a:defRPr/>
            </a:pPr>
            <a:r>
              <a:rPr lang="en-US" sz="3600" b="1" dirty="0">
                <a:solidFill>
                  <a:schemeClr val="tx1">
                    <a:lumMod val="75000"/>
                    <a:lumOff val="25000"/>
                  </a:schemeClr>
                </a:solidFill>
              </a:rPr>
              <a:t>   b:= 45;  </a:t>
            </a:r>
          </a:p>
          <a:p>
            <a:pPr marL="274320" indent="-274320" eaLnBrk="1" fontAlgn="auto" hangingPunct="1">
              <a:spcAft>
                <a:spcPts val="0"/>
              </a:spcAft>
              <a:buNone/>
              <a:defRPr/>
            </a:pPr>
            <a:r>
              <a:rPr lang="en-US" sz="3600" b="1" dirty="0">
                <a:solidFill>
                  <a:schemeClr val="tx1">
                    <a:lumMod val="75000"/>
                    <a:lumOff val="25000"/>
                  </a:schemeClr>
                </a:solidFill>
              </a:rPr>
              <a:t>   c := </a:t>
            </a:r>
            <a:r>
              <a:rPr lang="en-US" sz="3600" b="1" dirty="0" err="1">
                <a:solidFill>
                  <a:schemeClr val="tx1">
                    <a:lumMod val="75000"/>
                    <a:lumOff val="25000"/>
                  </a:schemeClr>
                </a:solidFill>
              </a:rPr>
              <a:t>findMax</a:t>
            </a:r>
            <a:r>
              <a:rPr lang="en-US" sz="3600" b="1" dirty="0">
                <a:solidFill>
                  <a:schemeClr val="tx1">
                    <a:lumMod val="75000"/>
                    <a:lumOff val="25000"/>
                  </a:schemeClr>
                </a:solidFill>
              </a:rPr>
              <a:t>(a, b); </a:t>
            </a:r>
          </a:p>
          <a:p>
            <a:pPr marL="274320" indent="-274320" eaLnBrk="1" fontAlgn="auto" hangingPunct="1">
              <a:spcAft>
                <a:spcPts val="0"/>
              </a:spcAft>
              <a:buNone/>
              <a:defRPr/>
            </a:pPr>
            <a:r>
              <a:rPr lang="en-US" sz="3600" b="1" dirty="0">
                <a:solidFill>
                  <a:schemeClr val="tx1">
                    <a:lumMod val="75000"/>
                    <a:lumOff val="25000"/>
                  </a:schemeClr>
                </a:solidFill>
              </a:rPr>
              <a:t>   </a:t>
            </a:r>
            <a:r>
              <a:rPr lang="en-US" sz="3600" b="1" dirty="0" err="1">
                <a:solidFill>
                  <a:schemeClr val="tx1">
                    <a:lumMod val="75000"/>
                    <a:lumOff val="25000"/>
                  </a:schemeClr>
                </a:solidFill>
              </a:rPr>
              <a:t>dbms_output.put_line</a:t>
            </a:r>
            <a:r>
              <a:rPr lang="en-US" sz="3600" b="1" dirty="0">
                <a:solidFill>
                  <a:schemeClr val="tx1">
                    <a:lumMod val="75000"/>
                    <a:lumOff val="25000"/>
                  </a:schemeClr>
                </a:solidFill>
              </a:rPr>
              <a:t>(' Maximum of (23,45): ' || c); </a:t>
            </a:r>
          </a:p>
          <a:p>
            <a:pPr marL="274320" indent="-274320" eaLnBrk="1" fontAlgn="auto" hangingPunct="1">
              <a:spcAft>
                <a:spcPts val="0"/>
              </a:spcAft>
              <a:buNone/>
              <a:defRPr/>
            </a:pPr>
            <a:r>
              <a:rPr lang="en-US" sz="3600" b="1" dirty="0">
                <a:solidFill>
                  <a:schemeClr val="tx1">
                    <a:lumMod val="75000"/>
                    <a:lumOff val="25000"/>
                  </a:schemeClr>
                </a:solidFill>
              </a:rPr>
              <a:t>END; </a:t>
            </a:r>
          </a:p>
          <a:p>
            <a:pPr marL="274320" indent="-274320" eaLnBrk="1" fontAlgn="auto" hangingPunct="1">
              <a:spcAft>
                <a:spcPts val="0"/>
              </a:spcAft>
              <a:buNone/>
              <a:defRPr/>
            </a:pPr>
            <a:r>
              <a:rPr lang="en-US" sz="3600" b="1" dirty="0">
                <a:solidFill>
                  <a:schemeClr val="tx1">
                    <a:lumMod val="75000"/>
                    <a:lumOff val="25000"/>
                  </a:schemeClr>
                </a:solidFill>
              </a:rPr>
              <a:t>/ </a:t>
            </a:r>
          </a:p>
        </p:txBody>
      </p:sp>
      <p:sp>
        <p:nvSpPr>
          <p:cNvPr id="5" name="Rectangle 4"/>
          <p:cNvSpPr/>
          <p:nvPr/>
        </p:nvSpPr>
        <p:spPr>
          <a:xfrm>
            <a:off x="6019800" y="5059251"/>
            <a:ext cx="2971800" cy="133833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Output:</a:t>
            </a:r>
          </a:p>
          <a:p>
            <a:r>
              <a:rPr lang="en-US" sz="1600" dirty="0">
                <a:solidFill>
                  <a:schemeClr val="tx1"/>
                </a:solidFill>
              </a:rPr>
              <a:t>Maximum of (23,45): 45 </a:t>
            </a:r>
          </a:p>
        </p:txBody>
      </p:sp>
    </p:spTree>
    <p:extLst>
      <p:ext uri="{BB962C8B-B14F-4D97-AF65-F5344CB8AC3E}">
        <p14:creationId xmlns:p14="http://schemas.microsoft.com/office/powerpoint/2010/main" val="2864786252"/>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eaLnBrk="1" fontAlgn="auto" hangingPunct="1">
              <a:spcAft>
                <a:spcPts val="0"/>
              </a:spcAft>
              <a:defRPr/>
            </a:pPr>
            <a:r>
              <a:rPr lang="en-US" sz="3200" b="1" dirty="0">
                <a:solidFill>
                  <a:schemeClr val="tx1">
                    <a:lumMod val="85000"/>
                    <a:lumOff val="15000"/>
                  </a:schemeClr>
                </a:solidFill>
              </a:rPr>
              <a:t>PL/SQL Recursive Functions</a:t>
            </a:r>
          </a:p>
        </p:txBody>
      </p:sp>
      <p:sp>
        <p:nvSpPr>
          <p:cNvPr id="4" name="Slide Number Placeholder 3"/>
          <p:cNvSpPr>
            <a:spLocks noGrp="1"/>
          </p:cNvSpPr>
          <p:nvPr>
            <p:ph type="sldNum" sz="quarter" idx="12"/>
          </p:nvPr>
        </p:nvSpPr>
        <p:spPr/>
        <p:txBody>
          <a:bodyPr/>
          <a:lstStyle/>
          <a:p>
            <a:pPr>
              <a:defRPr/>
            </a:pPr>
            <a:fld id="{A2A03ABB-DD05-411F-85E0-4D1FB865E9CD}" type="slidenum">
              <a:rPr lang="en-US"/>
              <a:pPr>
                <a:defRPr/>
              </a:pPr>
              <a:t>8</a:t>
            </a:fld>
            <a:endParaRPr lang="en-US" dirty="0"/>
          </a:p>
        </p:txBody>
      </p:sp>
      <p:sp>
        <p:nvSpPr>
          <p:cNvPr id="3" name="Content Placeholder 2"/>
          <p:cNvSpPr>
            <a:spLocks noGrp="1"/>
          </p:cNvSpPr>
          <p:nvPr>
            <p:ph sz="quarter" idx="1"/>
          </p:nvPr>
        </p:nvSpPr>
        <p:spPr>
          <a:xfrm>
            <a:off x="457200" y="1600200"/>
            <a:ext cx="8229600" cy="4419600"/>
          </a:xfrm>
        </p:spPr>
        <p:txBody>
          <a:bodyPr>
            <a:normAutofit fontScale="32500" lnSpcReduction="20000"/>
          </a:bodyPr>
          <a:lstStyle/>
          <a:p>
            <a:pPr marL="274320" indent="-274320" eaLnBrk="1" fontAlgn="auto" hangingPunct="1">
              <a:spcAft>
                <a:spcPts val="0"/>
              </a:spcAft>
              <a:buNone/>
              <a:defRPr/>
            </a:pPr>
            <a:r>
              <a:rPr lang="en-US" sz="3600" b="1" dirty="0">
                <a:solidFill>
                  <a:schemeClr val="tx1">
                    <a:lumMod val="75000"/>
                    <a:lumOff val="25000"/>
                  </a:schemeClr>
                </a:solidFill>
              </a:rPr>
              <a:t>DECLARE </a:t>
            </a:r>
          </a:p>
          <a:p>
            <a:pPr marL="274320" indent="-274320" eaLnBrk="1" fontAlgn="auto" hangingPunct="1">
              <a:spcAft>
                <a:spcPts val="0"/>
              </a:spcAft>
              <a:buNone/>
              <a:defRPr/>
            </a:pPr>
            <a:r>
              <a:rPr lang="en-US" sz="3600" b="1" dirty="0">
                <a:solidFill>
                  <a:schemeClr val="tx1">
                    <a:lumMod val="75000"/>
                    <a:lumOff val="25000"/>
                  </a:schemeClr>
                </a:solidFill>
              </a:rPr>
              <a:t>   </a:t>
            </a:r>
            <a:r>
              <a:rPr lang="en-US" sz="3600" b="1" dirty="0" err="1">
                <a:solidFill>
                  <a:schemeClr val="tx1">
                    <a:lumMod val="75000"/>
                    <a:lumOff val="25000"/>
                  </a:schemeClr>
                </a:solidFill>
              </a:rPr>
              <a:t>num</a:t>
            </a:r>
            <a:r>
              <a:rPr lang="en-US" sz="3600" b="1" dirty="0">
                <a:solidFill>
                  <a:schemeClr val="tx1">
                    <a:lumMod val="75000"/>
                    <a:lumOff val="25000"/>
                  </a:schemeClr>
                </a:solidFill>
              </a:rPr>
              <a:t> number; </a:t>
            </a:r>
          </a:p>
          <a:p>
            <a:pPr marL="274320" indent="-274320" eaLnBrk="1" fontAlgn="auto" hangingPunct="1">
              <a:spcAft>
                <a:spcPts val="0"/>
              </a:spcAft>
              <a:buNone/>
              <a:defRPr/>
            </a:pPr>
            <a:r>
              <a:rPr lang="en-US" sz="3600" b="1" dirty="0">
                <a:solidFill>
                  <a:schemeClr val="tx1">
                    <a:lumMod val="75000"/>
                    <a:lumOff val="25000"/>
                  </a:schemeClr>
                </a:solidFill>
              </a:rPr>
              <a:t>   factorial number;  </a:t>
            </a:r>
          </a:p>
          <a:p>
            <a:pPr marL="274320" indent="-274320" eaLnBrk="1" fontAlgn="auto" hangingPunct="1">
              <a:spcAft>
                <a:spcPts val="0"/>
              </a:spcAft>
              <a:buNone/>
              <a:defRPr/>
            </a:pPr>
            <a:r>
              <a:rPr lang="en-US" sz="3600" b="1" dirty="0">
                <a:solidFill>
                  <a:schemeClr val="tx1">
                    <a:lumMod val="75000"/>
                    <a:lumOff val="25000"/>
                  </a:schemeClr>
                </a:solidFill>
              </a:rPr>
              <a:t>   </a:t>
            </a:r>
          </a:p>
          <a:p>
            <a:pPr marL="274320" indent="-274320" eaLnBrk="1" fontAlgn="auto" hangingPunct="1">
              <a:spcAft>
                <a:spcPts val="0"/>
              </a:spcAft>
              <a:buNone/>
              <a:defRPr/>
            </a:pPr>
            <a:r>
              <a:rPr lang="en-US" sz="3600" b="1" dirty="0">
                <a:solidFill>
                  <a:schemeClr val="tx1">
                    <a:lumMod val="75000"/>
                    <a:lumOff val="25000"/>
                  </a:schemeClr>
                </a:solidFill>
              </a:rPr>
              <a:t>FUNCTION fact(x number) </a:t>
            </a:r>
          </a:p>
          <a:p>
            <a:pPr marL="274320" indent="-274320" eaLnBrk="1" fontAlgn="auto" hangingPunct="1">
              <a:spcAft>
                <a:spcPts val="0"/>
              </a:spcAft>
              <a:buNone/>
              <a:defRPr/>
            </a:pPr>
            <a:r>
              <a:rPr lang="en-US" sz="3600" b="1" dirty="0">
                <a:solidFill>
                  <a:schemeClr val="tx1">
                    <a:lumMod val="75000"/>
                    <a:lumOff val="25000"/>
                  </a:schemeClr>
                </a:solidFill>
              </a:rPr>
              <a:t>RETURN number  </a:t>
            </a:r>
          </a:p>
          <a:p>
            <a:pPr marL="274320" indent="-274320" eaLnBrk="1" fontAlgn="auto" hangingPunct="1">
              <a:spcAft>
                <a:spcPts val="0"/>
              </a:spcAft>
              <a:buNone/>
              <a:defRPr/>
            </a:pPr>
            <a:r>
              <a:rPr lang="en-US" sz="3600" b="1" dirty="0">
                <a:solidFill>
                  <a:schemeClr val="tx1">
                    <a:lumMod val="75000"/>
                    <a:lumOff val="25000"/>
                  </a:schemeClr>
                </a:solidFill>
              </a:rPr>
              <a:t>IS </a:t>
            </a:r>
          </a:p>
          <a:p>
            <a:pPr marL="274320" indent="-274320" eaLnBrk="1" fontAlgn="auto" hangingPunct="1">
              <a:spcAft>
                <a:spcPts val="0"/>
              </a:spcAft>
              <a:buNone/>
              <a:defRPr/>
            </a:pPr>
            <a:r>
              <a:rPr lang="en-US" sz="3600" b="1" dirty="0">
                <a:solidFill>
                  <a:schemeClr val="tx1">
                    <a:lumMod val="75000"/>
                    <a:lumOff val="25000"/>
                  </a:schemeClr>
                </a:solidFill>
              </a:rPr>
              <a:t>   f number; </a:t>
            </a:r>
          </a:p>
          <a:p>
            <a:pPr marL="274320" indent="-274320" eaLnBrk="1" fontAlgn="auto" hangingPunct="1">
              <a:spcAft>
                <a:spcPts val="0"/>
              </a:spcAft>
              <a:buNone/>
              <a:defRPr/>
            </a:pPr>
            <a:r>
              <a:rPr lang="en-US" sz="3600" b="1" dirty="0">
                <a:solidFill>
                  <a:schemeClr val="tx1">
                    <a:lumMod val="75000"/>
                    <a:lumOff val="25000"/>
                  </a:schemeClr>
                </a:solidFill>
              </a:rPr>
              <a:t>BEGIN </a:t>
            </a:r>
          </a:p>
          <a:p>
            <a:pPr marL="274320" indent="-274320" eaLnBrk="1" fontAlgn="auto" hangingPunct="1">
              <a:spcAft>
                <a:spcPts val="0"/>
              </a:spcAft>
              <a:buNone/>
              <a:defRPr/>
            </a:pPr>
            <a:r>
              <a:rPr lang="en-US" sz="3600" b="1" dirty="0">
                <a:solidFill>
                  <a:schemeClr val="tx1">
                    <a:lumMod val="75000"/>
                    <a:lumOff val="25000"/>
                  </a:schemeClr>
                </a:solidFill>
              </a:rPr>
              <a:t>   IF x=0 THEN </a:t>
            </a:r>
          </a:p>
          <a:p>
            <a:pPr marL="274320" indent="-274320" eaLnBrk="1" fontAlgn="auto" hangingPunct="1">
              <a:spcAft>
                <a:spcPts val="0"/>
              </a:spcAft>
              <a:buNone/>
              <a:defRPr/>
            </a:pPr>
            <a:r>
              <a:rPr lang="en-US" sz="3600" b="1" dirty="0">
                <a:solidFill>
                  <a:schemeClr val="tx1">
                    <a:lumMod val="75000"/>
                    <a:lumOff val="25000"/>
                  </a:schemeClr>
                </a:solidFill>
              </a:rPr>
              <a:t>      f := 1; </a:t>
            </a:r>
          </a:p>
          <a:p>
            <a:pPr marL="274320" indent="-274320" eaLnBrk="1" fontAlgn="auto" hangingPunct="1">
              <a:spcAft>
                <a:spcPts val="0"/>
              </a:spcAft>
              <a:buNone/>
              <a:defRPr/>
            </a:pPr>
            <a:r>
              <a:rPr lang="en-US" sz="3600" b="1" dirty="0">
                <a:solidFill>
                  <a:schemeClr val="tx1">
                    <a:lumMod val="75000"/>
                    <a:lumOff val="25000"/>
                  </a:schemeClr>
                </a:solidFill>
              </a:rPr>
              <a:t>   ELSE </a:t>
            </a:r>
          </a:p>
          <a:p>
            <a:pPr marL="274320" indent="-274320" eaLnBrk="1" fontAlgn="auto" hangingPunct="1">
              <a:spcAft>
                <a:spcPts val="0"/>
              </a:spcAft>
              <a:buNone/>
              <a:defRPr/>
            </a:pPr>
            <a:r>
              <a:rPr lang="en-US" sz="3600" b="1" dirty="0">
                <a:solidFill>
                  <a:schemeClr val="tx1">
                    <a:lumMod val="75000"/>
                    <a:lumOff val="25000"/>
                  </a:schemeClr>
                </a:solidFill>
              </a:rPr>
              <a:t>      f := x * fact(x-1); </a:t>
            </a:r>
          </a:p>
          <a:p>
            <a:pPr marL="274320" indent="-274320" eaLnBrk="1" fontAlgn="auto" hangingPunct="1">
              <a:spcAft>
                <a:spcPts val="0"/>
              </a:spcAft>
              <a:buNone/>
              <a:defRPr/>
            </a:pPr>
            <a:r>
              <a:rPr lang="en-US" sz="3600" b="1" dirty="0">
                <a:solidFill>
                  <a:schemeClr val="tx1">
                    <a:lumMod val="75000"/>
                    <a:lumOff val="25000"/>
                  </a:schemeClr>
                </a:solidFill>
              </a:rPr>
              <a:t>   END IF; </a:t>
            </a:r>
          </a:p>
          <a:p>
            <a:pPr marL="274320" indent="-274320" eaLnBrk="1" fontAlgn="auto" hangingPunct="1">
              <a:spcAft>
                <a:spcPts val="0"/>
              </a:spcAft>
              <a:buNone/>
              <a:defRPr/>
            </a:pPr>
            <a:r>
              <a:rPr lang="en-US" sz="3600" b="1" dirty="0">
                <a:solidFill>
                  <a:schemeClr val="tx1">
                    <a:lumMod val="75000"/>
                    <a:lumOff val="25000"/>
                  </a:schemeClr>
                </a:solidFill>
              </a:rPr>
              <a:t>RETURN f; </a:t>
            </a:r>
          </a:p>
          <a:p>
            <a:pPr marL="274320" indent="-274320" eaLnBrk="1" fontAlgn="auto" hangingPunct="1">
              <a:spcAft>
                <a:spcPts val="0"/>
              </a:spcAft>
              <a:buNone/>
              <a:defRPr/>
            </a:pPr>
            <a:r>
              <a:rPr lang="en-US" sz="3600" b="1" dirty="0">
                <a:solidFill>
                  <a:schemeClr val="tx1">
                    <a:lumMod val="75000"/>
                    <a:lumOff val="25000"/>
                  </a:schemeClr>
                </a:solidFill>
              </a:rPr>
              <a:t>END;  </a:t>
            </a:r>
          </a:p>
          <a:p>
            <a:pPr marL="274320" indent="-274320" eaLnBrk="1" fontAlgn="auto" hangingPunct="1">
              <a:spcAft>
                <a:spcPts val="0"/>
              </a:spcAft>
              <a:buNone/>
              <a:defRPr/>
            </a:pPr>
            <a:endParaRPr lang="en-US" sz="3600" b="1" dirty="0">
              <a:solidFill>
                <a:schemeClr val="tx1">
                  <a:lumMod val="75000"/>
                  <a:lumOff val="25000"/>
                </a:schemeClr>
              </a:solidFill>
            </a:endParaRPr>
          </a:p>
          <a:p>
            <a:pPr marL="274320" indent="-274320" eaLnBrk="1" fontAlgn="auto" hangingPunct="1">
              <a:spcAft>
                <a:spcPts val="0"/>
              </a:spcAft>
              <a:buNone/>
              <a:defRPr/>
            </a:pPr>
            <a:r>
              <a:rPr lang="en-US" sz="3600" b="1" dirty="0">
                <a:solidFill>
                  <a:schemeClr val="tx1">
                    <a:lumMod val="75000"/>
                    <a:lumOff val="25000"/>
                  </a:schemeClr>
                </a:solidFill>
              </a:rPr>
              <a:t>BEGIN </a:t>
            </a:r>
          </a:p>
          <a:p>
            <a:pPr marL="274320" indent="-274320" eaLnBrk="1" fontAlgn="auto" hangingPunct="1">
              <a:spcAft>
                <a:spcPts val="0"/>
              </a:spcAft>
              <a:buNone/>
              <a:defRPr/>
            </a:pPr>
            <a:r>
              <a:rPr lang="en-US" sz="3600" b="1" dirty="0">
                <a:solidFill>
                  <a:schemeClr val="tx1">
                    <a:lumMod val="75000"/>
                    <a:lumOff val="25000"/>
                  </a:schemeClr>
                </a:solidFill>
              </a:rPr>
              <a:t>   </a:t>
            </a:r>
            <a:r>
              <a:rPr lang="en-US" sz="3600" b="1" dirty="0" err="1">
                <a:solidFill>
                  <a:schemeClr val="tx1">
                    <a:lumMod val="75000"/>
                    <a:lumOff val="25000"/>
                  </a:schemeClr>
                </a:solidFill>
              </a:rPr>
              <a:t>num</a:t>
            </a:r>
            <a:r>
              <a:rPr lang="en-US" sz="3600" b="1" dirty="0">
                <a:solidFill>
                  <a:schemeClr val="tx1">
                    <a:lumMod val="75000"/>
                    <a:lumOff val="25000"/>
                  </a:schemeClr>
                </a:solidFill>
              </a:rPr>
              <a:t>:= 6; </a:t>
            </a:r>
          </a:p>
          <a:p>
            <a:pPr marL="274320" indent="-274320" eaLnBrk="1" fontAlgn="auto" hangingPunct="1">
              <a:spcAft>
                <a:spcPts val="0"/>
              </a:spcAft>
              <a:buNone/>
              <a:defRPr/>
            </a:pPr>
            <a:r>
              <a:rPr lang="en-US" sz="3600" b="1" dirty="0">
                <a:solidFill>
                  <a:schemeClr val="tx1">
                    <a:lumMod val="75000"/>
                    <a:lumOff val="25000"/>
                  </a:schemeClr>
                </a:solidFill>
              </a:rPr>
              <a:t>   factorial := fact(</a:t>
            </a:r>
            <a:r>
              <a:rPr lang="en-US" sz="3600" b="1" dirty="0" err="1">
                <a:solidFill>
                  <a:schemeClr val="tx1">
                    <a:lumMod val="75000"/>
                    <a:lumOff val="25000"/>
                  </a:schemeClr>
                </a:solidFill>
              </a:rPr>
              <a:t>num</a:t>
            </a:r>
            <a:r>
              <a:rPr lang="en-US" sz="3600" b="1" dirty="0">
                <a:solidFill>
                  <a:schemeClr val="tx1">
                    <a:lumMod val="75000"/>
                    <a:lumOff val="25000"/>
                  </a:schemeClr>
                </a:solidFill>
              </a:rPr>
              <a:t>); </a:t>
            </a:r>
          </a:p>
          <a:p>
            <a:pPr marL="274320" indent="-274320" eaLnBrk="1" fontAlgn="auto" hangingPunct="1">
              <a:spcAft>
                <a:spcPts val="0"/>
              </a:spcAft>
              <a:buNone/>
              <a:defRPr/>
            </a:pPr>
            <a:r>
              <a:rPr lang="en-US" sz="3600" b="1" dirty="0">
                <a:solidFill>
                  <a:schemeClr val="tx1">
                    <a:lumMod val="75000"/>
                    <a:lumOff val="25000"/>
                  </a:schemeClr>
                </a:solidFill>
              </a:rPr>
              <a:t>   </a:t>
            </a:r>
            <a:r>
              <a:rPr lang="en-US" sz="3600" b="1" dirty="0" err="1">
                <a:solidFill>
                  <a:schemeClr val="tx1">
                    <a:lumMod val="75000"/>
                    <a:lumOff val="25000"/>
                  </a:schemeClr>
                </a:solidFill>
              </a:rPr>
              <a:t>dbms_output.put_line</a:t>
            </a:r>
            <a:r>
              <a:rPr lang="en-US" sz="3600" b="1" dirty="0">
                <a:solidFill>
                  <a:schemeClr val="tx1">
                    <a:lumMod val="75000"/>
                    <a:lumOff val="25000"/>
                  </a:schemeClr>
                </a:solidFill>
              </a:rPr>
              <a:t>(' Factorial '|| </a:t>
            </a:r>
            <a:r>
              <a:rPr lang="en-US" sz="3600" b="1" dirty="0" err="1">
                <a:solidFill>
                  <a:schemeClr val="tx1">
                    <a:lumMod val="75000"/>
                    <a:lumOff val="25000"/>
                  </a:schemeClr>
                </a:solidFill>
              </a:rPr>
              <a:t>num</a:t>
            </a:r>
            <a:r>
              <a:rPr lang="en-US" sz="3600" b="1" dirty="0">
                <a:solidFill>
                  <a:schemeClr val="tx1">
                    <a:lumMod val="75000"/>
                    <a:lumOff val="25000"/>
                  </a:schemeClr>
                </a:solidFill>
              </a:rPr>
              <a:t> || ' is ' || factorial); </a:t>
            </a:r>
          </a:p>
          <a:p>
            <a:pPr marL="274320" indent="-274320" eaLnBrk="1" fontAlgn="auto" hangingPunct="1">
              <a:spcAft>
                <a:spcPts val="0"/>
              </a:spcAft>
              <a:buNone/>
              <a:defRPr/>
            </a:pPr>
            <a:r>
              <a:rPr lang="en-US" sz="3600" b="1" dirty="0">
                <a:solidFill>
                  <a:schemeClr val="tx1">
                    <a:lumMod val="75000"/>
                    <a:lumOff val="25000"/>
                  </a:schemeClr>
                </a:solidFill>
              </a:rPr>
              <a:t>END; </a:t>
            </a:r>
          </a:p>
          <a:p>
            <a:pPr marL="274320" indent="-274320" eaLnBrk="1" fontAlgn="auto" hangingPunct="1">
              <a:spcAft>
                <a:spcPts val="0"/>
              </a:spcAft>
              <a:buNone/>
              <a:defRPr/>
            </a:pPr>
            <a:r>
              <a:rPr lang="en-US" sz="3600" b="1" dirty="0">
                <a:solidFill>
                  <a:schemeClr val="tx1">
                    <a:lumMod val="75000"/>
                    <a:lumOff val="25000"/>
                  </a:schemeClr>
                </a:solidFill>
              </a:rPr>
              <a:t>/</a:t>
            </a:r>
          </a:p>
        </p:txBody>
      </p:sp>
      <p:sp>
        <p:nvSpPr>
          <p:cNvPr id="5" name="Rectangle 4"/>
          <p:cNvSpPr/>
          <p:nvPr/>
        </p:nvSpPr>
        <p:spPr>
          <a:xfrm>
            <a:off x="6553200" y="5059251"/>
            <a:ext cx="2438400" cy="133833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Output:</a:t>
            </a:r>
          </a:p>
          <a:p>
            <a:r>
              <a:rPr lang="en-US" sz="1600" dirty="0">
                <a:solidFill>
                  <a:schemeClr val="tx1"/>
                </a:solidFill>
              </a:rPr>
              <a:t>Factorial 6 is 720</a:t>
            </a:r>
          </a:p>
        </p:txBody>
      </p:sp>
    </p:spTree>
    <p:extLst>
      <p:ext uri="{BB962C8B-B14F-4D97-AF65-F5344CB8AC3E}">
        <p14:creationId xmlns:p14="http://schemas.microsoft.com/office/powerpoint/2010/main" val="247255173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7C4FA578-6CA6-42C0-840A-1CC104BF0A30}" type="slidenum">
              <a:rPr lang="en-US"/>
              <a:pPr>
                <a:defRPr/>
              </a:pPr>
              <a:t>9</a:t>
            </a:fld>
            <a:endParaRPr lang="en-US" dirty="0"/>
          </a:p>
        </p:txBody>
      </p:sp>
      <p:sp>
        <p:nvSpPr>
          <p:cNvPr id="5" name="Content Placeholder 3"/>
          <p:cNvSpPr txBox="1">
            <a:spLocks/>
          </p:cNvSpPr>
          <p:nvPr/>
        </p:nvSpPr>
        <p:spPr>
          <a:xfrm>
            <a:off x="4572000" y="1600200"/>
            <a:ext cx="3581400" cy="4525963"/>
          </a:xfrm>
          <a:prstGeom prst="rect">
            <a:avLst/>
          </a:prstGeom>
        </p:spPr>
        <p:txBody>
          <a:bodyPr/>
          <a:lstStyle/>
          <a:p>
            <a:pPr marL="342900" indent="-342900" algn="l" eaLnBrk="1" fontAlgn="auto" hangingPunct="1">
              <a:lnSpc>
                <a:spcPct val="100000"/>
              </a:lnSpc>
              <a:spcBef>
                <a:spcPct val="20000"/>
              </a:spcBef>
              <a:spcAft>
                <a:spcPts val="0"/>
              </a:spcAft>
              <a:defRPr/>
            </a:pPr>
            <a:r>
              <a:rPr lang="en-US" sz="2000" b="0" dirty="0">
                <a:solidFill>
                  <a:schemeClr val="tx1">
                    <a:lumMod val="75000"/>
                    <a:lumOff val="25000"/>
                  </a:schemeClr>
                </a:solidFill>
                <a:latin typeface="+mj-lt"/>
              </a:rPr>
              <a:t>  </a:t>
            </a:r>
          </a:p>
          <a:p>
            <a:pPr marL="342900" indent="-342900">
              <a:spcBef>
                <a:spcPct val="20000"/>
              </a:spcBef>
              <a:defRPr/>
            </a:pPr>
            <a:endParaRPr lang="en-US" sz="2000" b="0" dirty="0">
              <a:solidFill>
                <a:schemeClr val="tx1">
                  <a:lumMod val="75000"/>
                  <a:lumOff val="25000"/>
                </a:schemeClr>
              </a:solidFill>
              <a:latin typeface="+mj-lt"/>
            </a:endParaRPr>
          </a:p>
        </p:txBody>
      </p:sp>
      <p:sp>
        <p:nvSpPr>
          <p:cNvPr id="4" name="Content Placeholder 3"/>
          <p:cNvSpPr>
            <a:spLocks noGrp="1"/>
          </p:cNvSpPr>
          <p:nvPr>
            <p:ph sz="quarter" idx="1"/>
          </p:nvPr>
        </p:nvSpPr>
        <p:spPr>
          <a:xfrm>
            <a:off x="301625" y="1527175"/>
            <a:ext cx="8504238" cy="4572000"/>
          </a:xfrm>
        </p:spPr>
        <p:txBody>
          <a:bodyPr>
            <a:normAutofit/>
          </a:bodyPr>
          <a:lstStyle/>
          <a:p>
            <a:pPr marL="0" indent="0" fontAlgn="auto">
              <a:spcAft>
                <a:spcPts val="0"/>
              </a:spcAft>
              <a:buFont typeface="Wingdings 2"/>
              <a:buNone/>
              <a:defRPr/>
            </a:pPr>
            <a:r>
              <a:rPr lang="en-US" sz="3600" dirty="0">
                <a:solidFill>
                  <a:prstClr val="black">
                    <a:lumMod val="75000"/>
                    <a:lumOff val="25000"/>
                  </a:prstClr>
                </a:solidFill>
                <a:ea typeface="+mj-ea"/>
                <a:cs typeface="+mj-cs"/>
              </a:rPr>
              <a:t>			</a:t>
            </a:r>
          </a:p>
          <a:p>
            <a:pPr marL="0" indent="0" fontAlgn="auto">
              <a:spcAft>
                <a:spcPts val="0"/>
              </a:spcAft>
              <a:buFont typeface="Wingdings 2"/>
              <a:buNone/>
              <a:defRPr/>
            </a:pPr>
            <a:r>
              <a:rPr lang="en-US" sz="3600" dirty="0">
                <a:solidFill>
                  <a:prstClr val="black">
                    <a:lumMod val="75000"/>
                    <a:lumOff val="25000"/>
                  </a:prstClr>
                </a:solidFill>
                <a:ea typeface="+mj-ea"/>
                <a:cs typeface="+mj-cs"/>
              </a:rPr>
              <a:t>				</a:t>
            </a:r>
          </a:p>
          <a:p>
            <a:pPr marL="0" indent="0" fontAlgn="auto">
              <a:spcAft>
                <a:spcPts val="0"/>
              </a:spcAft>
              <a:buFont typeface="Wingdings 2"/>
              <a:buNone/>
              <a:defRPr/>
            </a:pPr>
            <a:r>
              <a:rPr lang="en-US" sz="3600" dirty="0">
                <a:solidFill>
                  <a:prstClr val="black">
                    <a:lumMod val="75000"/>
                    <a:lumOff val="25000"/>
                  </a:prstClr>
                </a:solidFill>
                <a:ea typeface="+mj-ea"/>
                <a:cs typeface="+mj-cs"/>
              </a:rPr>
              <a:t>			THANK YOU </a:t>
            </a:r>
            <a:br>
              <a:rPr lang="en-US" sz="3600" dirty="0">
                <a:solidFill>
                  <a:prstClr val="black">
                    <a:lumMod val="75000"/>
                    <a:lumOff val="25000"/>
                  </a:prstClr>
                </a:solidFill>
                <a:ea typeface="+mj-ea"/>
                <a:cs typeface="+mj-cs"/>
              </a:rPr>
            </a:br>
            <a:endParaRPr lang="en-US" dirty="0"/>
          </a:p>
        </p:txBody>
      </p:sp>
    </p:spTree>
  </p:cSld>
  <p:clrMapOvr>
    <a:masterClrMapping/>
  </p:clrMapOvr>
  <p:transition spd="slow"/>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4248</TotalTime>
  <Words>574</Words>
  <Application>Microsoft Office PowerPoint</Application>
  <PresentationFormat>On-screen Show (4:3)</PresentationFormat>
  <Paragraphs>133</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Narrow</vt:lpstr>
      <vt:lpstr>Georgia</vt:lpstr>
      <vt:lpstr>Times New Roman</vt:lpstr>
      <vt:lpstr>Wingdings</vt:lpstr>
      <vt:lpstr>Wingdings 2</vt:lpstr>
      <vt:lpstr>Civic</vt:lpstr>
      <vt:lpstr>Advance Database Management System Lecture 06: PL/SQL Subprogram Part 02: Functions  </vt:lpstr>
      <vt:lpstr>Learning Objectives</vt:lpstr>
      <vt:lpstr>PL/SQL Functions</vt:lpstr>
      <vt:lpstr>Creating a Function</vt:lpstr>
      <vt:lpstr>Function Example</vt:lpstr>
      <vt:lpstr>Calling a Function</vt:lpstr>
      <vt:lpstr>Function Example</vt:lpstr>
      <vt:lpstr>PL/SQL Recursive Functions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&lt;Lesson Title&gt;</dc:title>
  <dc:subject>Advance Database Management System</dc:subject>
  <dc:creator>Juena Ahmed Noshin</dc:creator>
  <cp:lastModifiedBy>shadman sakib</cp:lastModifiedBy>
  <cp:revision>384</cp:revision>
  <cp:lastPrinted>1998-06-30T18:28:36Z</cp:lastPrinted>
  <dcterms:created xsi:type="dcterms:W3CDTF">1995-06-17T23:31:02Z</dcterms:created>
  <dcterms:modified xsi:type="dcterms:W3CDTF">2025-09-13T13:14:34Z</dcterms:modified>
</cp:coreProperties>
</file>