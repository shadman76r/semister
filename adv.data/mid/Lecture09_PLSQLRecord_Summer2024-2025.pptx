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419" r:id="rId2"/>
    <p:sldId id="420" r:id="rId3"/>
    <p:sldId id="479" r:id="rId4"/>
    <p:sldId id="474" r:id="rId5"/>
    <p:sldId id="475" r:id="rId6"/>
    <p:sldId id="476" r:id="rId7"/>
    <p:sldId id="477" r:id="rId8"/>
    <p:sldId id="478" r:id="rId9"/>
    <p:sldId id="470" r:id="rId10"/>
  </p:sldIdLst>
  <p:sldSz cx="9144000" cy="6858000" type="screen4x3"/>
  <p:notesSz cx="6818313" cy="9128125"/>
  <p:defaultTextStyle>
    <a:defPPr>
      <a:defRPr lang="en-US"/>
    </a:defPPr>
    <a:lvl1pPr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1pPr>
    <a:lvl2pPr marL="4572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2pPr>
    <a:lvl3pPr marL="9144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3pPr>
    <a:lvl4pPr marL="13716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4pPr>
    <a:lvl5pPr marL="18288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5pPr>
    <a:lvl6pPr marL="22860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6pPr>
    <a:lvl7pPr marL="27432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7pPr>
    <a:lvl8pPr marL="32004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8pPr>
    <a:lvl9pPr marL="36576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0033"/>
    <a:srgbClr val="000000"/>
    <a:srgbClr val="0099CC"/>
    <a:srgbClr val="FFCC66"/>
    <a:srgbClr val="FF9900"/>
    <a:srgbClr val="FF3300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5" autoAdjust="0"/>
    <p:restoredTop sz="51865" autoAdjust="0"/>
  </p:normalViewPr>
  <p:slideViewPr>
    <p:cSldViewPr>
      <p:cViewPr varScale="1">
        <p:scale>
          <a:sx n="63" d="100"/>
          <a:sy n="63" d="100"/>
        </p:scale>
        <p:origin x="137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75" d="100"/>
          <a:sy n="75" d="100"/>
        </p:scale>
        <p:origin x="-448" y="2126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ena Ahmed Noshin" userId="df4442bb-949b-4849-8a28-5716394ec665" providerId="ADAL" clId="{43344E24-6911-44E1-AE52-63B670DB54FC}"/>
    <pc:docChg chg="modSld">
      <pc:chgData name="Juena Ahmed Noshin" userId="df4442bb-949b-4849-8a28-5716394ec665" providerId="ADAL" clId="{43344E24-6911-44E1-AE52-63B670DB54FC}" dt="2024-06-22T03:06:46.042" v="3" actId="20577"/>
      <pc:docMkLst>
        <pc:docMk/>
      </pc:docMkLst>
      <pc:sldChg chg="modSp mod">
        <pc:chgData name="Juena Ahmed Noshin" userId="df4442bb-949b-4849-8a28-5716394ec665" providerId="ADAL" clId="{43344E24-6911-44E1-AE52-63B670DB54FC}" dt="2024-06-22T03:06:46.042" v="3" actId="20577"/>
        <pc:sldMkLst>
          <pc:docMk/>
          <pc:sldMk cId="0" sldId="419"/>
        </pc:sldMkLst>
      </pc:sldChg>
    </pc:docChg>
  </pc:docChgLst>
  <pc:docChgLst>
    <pc:chgData name="Juena Ahmed Noshin" userId="df4442bb-949b-4849-8a28-5716394ec665" providerId="ADAL" clId="{F5AD5388-F341-4230-9456-BCCEC69C6F22}"/>
    <pc:docChg chg="modSld">
      <pc:chgData name="Juena Ahmed Noshin" userId="df4442bb-949b-4849-8a28-5716394ec665" providerId="ADAL" clId="{F5AD5388-F341-4230-9456-BCCEC69C6F22}" dt="2024-11-24T02:20:17.575" v="1" actId="20577"/>
      <pc:docMkLst>
        <pc:docMk/>
      </pc:docMkLst>
      <pc:sldChg chg="modSp mod">
        <pc:chgData name="Juena Ahmed Noshin" userId="df4442bb-949b-4849-8a28-5716394ec665" providerId="ADAL" clId="{F5AD5388-F341-4230-9456-BCCEC69C6F22}" dt="2024-11-24T02:20:17.575" v="1" actId="20577"/>
        <pc:sldMkLst>
          <pc:docMk/>
          <pc:sldMk cId="0" sldId="419"/>
        </pc:sldMkLst>
      </pc:sldChg>
    </pc:docChg>
  </pc:docChgLst>
  <pc:docChgLst>
    <pc:chgData name="Juena Ahmed Noshin" userId="df4442bb-949b-4849-8a28-5716394ec665" providerId="ADAL" clId="{09D0D2A2-E8F6-41DB-BFC1-8599466CF742}"/>
    <pc:docChg chg="modSld">
      <pc:chgData name="Juena Ahmed Noshin" userId="df4442bb-949b-4849-8a28-5716394ec665" providerId="ADAL" clId="{09D0D2A2-E8F6-41DB-BFC1-8599466CF742}" dt="2023-04-18T08:41:57.398" v="37" actId="20577"/>
      <pc:docMkLst>
        <pc:docMk/>
      </pc:docMkLst>
      <pc:sldChg chg="modSp mod">
        <pc:chgData name="Juena Ahmed Noshin" userId="df4442bb-949b-4849-8a28-5716394ec665" providerId="ADAL" clId="{09D0D2A2-E8F6-41DB-BFC1-8599466CF742}" dt="2023-04-18T08:41:57.398" v="37" actId="20577"/>
        <pc:sldMkLst>
          <pc:docMk/>
          <pc:sldMk cId="3055058990" sldId="474"/>
        </pc:sldMkLst>
      </pc:sldChg>
    </pc:docChg>
  </pc:docChgLst>
  <pc:docChgLst>
    <pc:chgData name="Juena Ahmed Noshin" userId="df4442bb-949b-4849-8a28-5716394ec665" providerId="ADAL" clId="{E0CC5B3B-3E27-49B1-8CB6-DF926A928D77}"/>
    <pc:docChg chg="undo custSel modSld">
      <pc:chgData name="Juena Ahmed Noshin" userId="df4442bb-949b-4849-8a28-5716394ec665" providerId="ADAL" clId="{E0CC5B3B-3E27-49B1-8CB6-DF926A928D77}" dt="2025-04-27T03:42:28.555" v="2" actId="20577"/>
      <pc:docMkLst>
        <pc:docMk/>
      </pc:docMkLst>
      <pc:sldChg chg="modSp mod">
        <pc:chgData name="Juena Ahmed Noshin" userId="df4442bb-949b-4849-8a28-5716394ec665" providerId="ADAL" clId="{E0CC5B3B-3E27-49B1-8CB6-DF926A928D77}" dt="2025-04-27T03:42:28.555" v="2" actId="20577"/>
        <pc:sldMkLst>
          <pc:docMk/>
          <pc:sldMk cId="3055058990" sldId="476"/>
        </pc:sldMkLst>
        <pc:spChg chg="mod">
          <ac:chgData name="Juena Ahmed Noshin" userId="df4442bb-949b-4849-8a28-5716394ec665" providerId="ADAL" clId="{E0CC5B3B-3E27-49B1-8CB6-DF926A928D77}" dt="2025-04-27T03:42:28.555" v="2" actId="20577"/>
          <ac:spMkLst>
            <pc:docMk/>
            <pc:sldMk cId="3055058990" sldId="47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765175" y="8715375"/>
            <a:ext cx="52800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941388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sz="1000">
                <a:solidFill>
                  <a:schemeClr val="tx1"/>
                </a:solidFill>
                <a:latin typeface="Arial" charset="0"/>
              </a:rPr>
              <a:t>&lt;Course name&gt; &lt;Lesson number&gt;</a:t>
            </a:r>
            <a:r>
              <a:rPr lang="en-US" sz="1000">
                <a:solidFill>
                  <a:schemeClr val="tx1"/>
                </a:solidFill>
                <a:latin typeface="Times New Roman" pitchFamily="18" charset="0"/>
              </a:rPr>
              <a:t>-</a:t>
            </a:r>
            <a:fld id="{35E6A67C-5171-4676-ACF2-568C80EFCC45}" type="slidenum">
              <a:rPr lang="en-US" sz="1000">
                <a:solidFill>
                  <a:schemeClr val="tx1"/>
                </a:solidFill>
                <a:latin typeface="Arial" charset="0"/>
              </a:rPr>
              <a:pPr defTabSz="941388">
                <a:lnSpc>
                  <a:spcPct val="100000"/>
                </a:lnSpc>
                <a:spcBef>
                  <a:spcPct val="50000"/>
                </a:spcBef>
                <a:defRPr/>
              </a:pPr>
              <a:t>‹#›</a:t>
            </a:fld>
            <a:endParaRPr lang="en-US" sz="10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302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6725" y="152400"/>
            <a:ext cx="5880100" cy="4406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075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09575" y="4765675"/>
            <a:ext cx="5995988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Heading (Level 1) Arial 11pt Bold</a:t>
            </a:r>
          </a:p>
          <a:p>
            <a:pPr lvl="1"/>
            <a:r>
              <a:rPr lang="en-US" noProof="0"/>
              <a:t>Body Text (Level 2) Times New Roman 11pt</a:t>
            </a:r>
          </a:p>
          <a:p>
            <a:pPr lvl="2"/>
            <a:r>
              <a:rPr lang="en-US" noProof="0"/>
              <a:t>Bullet 1 (Level 3) Times New Roman 11pt</a:t>
            </a:r>
          </a:p>
          <a:p>
            <a:pPr lvl="3"/>
            <a:r>
              <a:rPr lang="en-US" noProof="0"/>
              <a:t>Bullet 2 (Level 4) Times New Roman 11pt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r>
              <a:rPr lang="en-US" noProof="0"/>
              <a:t>Technical Note (Level 1) Arial 11pt Bold (CHANGE TO BLUE)</a:t>
            </a:r>
          </a:p>
          <a:p>
            <a:pPr lvl="0"/>
            <a:r>
              <a:rPr lang="en-US" noProof="0"/>
              <a:t>Class Management Note (Level 1) Arial 11pt Bold (CHANGE TO BLUE)</a:t>
            </a:r>
          </a:p>
          <a:p>
            <a:pPr lvl="1"/>
            <a:r>
              <a:rPr lang="en-US" noProof="0"/>
              <a:t>Body Text (Level 2) Times New Roman 11pt (CHANGE TO BLUE)</a:t>
            </a:r>
          </a:p>
          <a:p>
            <a:pPr lvl="2"/>
            <a:r>
              <a:rPr lang="en-US" noProof="0"/>
              <a:t>Bullet 1 (Level 3) Times New Roman 11pt (CHANGE TO BLUE)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712788" y="8593138"/>
            <a:ext cx="5270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941388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sz="1000">
                <a:solidFill>
                  <a:schemeClr val="tx1"/>
                </a:solidFill>
                <a:latin typeface="Arial" charset="0"/>
              </a:rPr>
              <a:t>Introduction to Oracle: SQL and PL/SQL  1</a:t>
            </a:r>
            <a:r>
              <a:rPr lang="en-US" sz="1000">
                <a:solidFill>
                  <a:schemeClr val="tx1"/>
                </a:solidFill>
                <a:latin typeface="Times New Roman" pitchFamily="18" charset="0"/>
              </a:rPr>
              <a:t>-</a:t>
            </a:r>
            <a:fld id="{FB517E57-D154-464F-AB6B-48A81B16AB24}" type="slidenum">
              <a:rPr lang="en-US" sz="1000">
                <a:solidFill>
                  <a:schemeClr val="tx1"/>
                </a:solidFill>
                <a:latin typeface="Arial" charset="0"/>
              </a:rPr>
              <a:pPr defTabSz="941388">
                <a:lnSpc>
                  <a:spcPct val="100000"/>
                </a:lnSpc>
                <a:spcBef>
                  <a:spcPct val="50000"/>
                </a:spcBef>
                <a:defRPr/>
              </a:pPr>
              <a:t>‹#›</a:t>
            </a:fld>
            <a:endParaRPr lang="en-US" sz="10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9347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100"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114300"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439738" indent="-211138" algn="l" defTabSz="382588" rtl="0" eaLnBrk="0" fontAlgn="base" hangingPunct="0">
      <a:spcBef>
        <a:spcPct val="30000"/>
      </a:spcBef>
      <a:spcAft>
        <a:spcPct val="0"/>
      </a:spcAft>
      <a:buChar char="•"/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831850" indent="-212725" algn="l" defTabSz="382588" rtl="0" eaLnBrk="0" fontAlgn="base" hangingPunct="0">
      <a:spcBef>
        <a:spcPct val="30000"/>
      </a:spcBef>
      <a:spcAft>
        <a:spcPct val="0"/>
      </a:spcAft>
      <a:buChar char="–"/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2057400" indent="-228600"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152400"/>
            <a:ext cx="5873750" cy="4406900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62388" y="8670925"/>
            <a:ext cx="2954337" cy="4556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110" tIns="45555" rIns="91110" bIns="45555"/>
          <a:lstStyle/>
          <a:p>
            <a:fld id="{0C407F45-0339-4FDF-92C1-48833CA8D8BE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C9E1EBF1-7C23-4048-A44E-855059E8AE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2450" y="1027113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A8632-7304-4A16-9764-8BED3D3E81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2284A096-A90C-42DE-8201-C22ACB1D99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6F95D-D1BF-4989-BFB8-18CC4B2BA8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2D84E620-21EC-41E1-9377-F5C9298EEA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349DEA-2E1C-4FF1-AB61-5AE86F21FD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3806F43-B017-4AA9-811C-22CDF613F5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790B897-255A-49BE-A496-951493819A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648DA-3415-4D65-937C-1C2C32B369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  <a:endParaRPr lang="en-US" dirty="0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4AB1-19D3-4A17-B870-F9167AC37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9810C-8979-4CEC-96CD-E0D5E02B56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6/17/2017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E3B0FDF8-656D-4688-8D8A-F09712EA80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86" name="Title Placeholder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8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8FB08C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600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 Database Management System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Lecture 09: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PL/SQL Record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015ECB-9F2C-4194-8DBC-DDD1CB92DD6C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Learning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know about:</a:t>
            </a:r>
          </a:p>
          <a:p>
            <a:pPr marL="274320" indent="-274320" eaLnBrk="1" fontAlgn="auto" hangingPunct="1">
              <a:spcAft>
                <a:spcPts val="0"/>
              </a:spcAft>
              <a:defRPr/>
            </a:pPr>
            <a:r>
              <a:rPr lang="en-US" dirty="0"/>
              <a:t>PL/SQL Record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Types of Record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PL/SQL Record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A record is a data structure that can hold data items of different kinds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Records consist of different fields, similar to a row of a database table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Types </a:t>
            </a:r>
            <a:r>
              <a:rPr lang="en-US" sz="3200" b="1">
                <a:solidFill>
                  <a:schemeClr val="tx1">
                    <a:lumMod val="85000"/>
                    <a:lumOff val="15000"/>
                  </a:schemeClr>
                </a:solidFill>
              </a:rPr>
              <a:t>of Record</a:t>
            </a:r>
            <a:endParaRPr lang="en-US" sz="3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PL/SQL can handle the following types of records −</a:t>
            </a:r>
          </a:p>
          <a:p>
            <a:r>
              <a:rPr lang="en-US" sz="2400" dirty="0"/>
              <a:t>Table-Based Records</a:t>
            </a:r>
          </a:p>
          <a:p>
            <a:r>
              <a:rPr lang="en-US" sz="2400" dirty="0"/>
              <a:t>Cursor-Based Records</a:t>
            </a:r>
          </a:p>
          <a:p>
            <a:r>
              <a:rPr lang="en-US" sz="2400" dirty="0"/>
              <a:t>User-Defined Records</a:t>
            </a:r>
          </a:p>
          <a:p>
            <a:pPr>
              <a:buNone/>
            </a:pPr>
            <a:endParaRPr lang="en-US" sz="24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Table-Base Record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2800" b="1" dirty="0"/>
              <a:t>declare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2800" b="1" dirty="0" err="1"/>
              <a:t>dept_rec</a:t>
            </a:r>
            <a:r>
              <a:rPr lang="en-US" sz="2800" b="1" dirty="0"/>
              <a:t> </a:t>
            </a:r>
            <a:r>
              <a:rPr lang="en-US" sz="2800" b="1" dirty="0" err="1"/>
              <a:t>dept%rowtype</a:t>
            </a:r>
            <a:r>
              <a:rPr lang="en-US" sz="2800" b="1" dirty="0"/>
              <a:t>;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2800" b="1" dirty="0"/>
              <a:t>begin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2800" b="1" dirty="0"/>
              <a:t>select * into </a:t>
            </a:r>
            <a:r>
              <a:rPr lang="en-US" sz="2800" b="1" dirty="0" err="1"/>
              <a:t>dept_rec</a:t>
            </a:r>
            <a:r>
              <a:rPr lang="en-US" sz="2800" b="1" dirty="0"/>
              <a:t> from dept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2800" b="1" dirty="0"/>
              <a:t>where </a:t>
            </a:r>
            <a:r>
              <a:rPr lang="en-US" sz="2800" b="1" dirty="0" err="1"/>
              <a:t>dname</a:t>
            </a:r>
            <a:r>
              <a:rPr lang="en-US" sz="2800" b="1" dirty="0"/>
              <a:t>='ACCOUNTING';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2800" b="1" dirty="0" err="1"/>
              <a:t>dbms_output.put_line</a:t>
            </a:r>
            <a:r>
              <a:rPr lang="en-US" sz="2800" b="1" dirty="0"/>
              <a:t>(</a:t>
            </a:r>
            <a:r>
              <a:rPr lang="en-US" sz="2800" b="1" dirty="0" err="1"/>
              <a:t>dept_rec.dname</a:t>
            </a:r>
            <a:r>
              <a:rPr lang="en-US" sz="2800" b="1" dirty="0"/>
              <a:t>||' '||</a:t>
            </a:r>
            <a:r>
              <a:rPr lang="en-US" sz="2800" b="1" dirty="0" err="1"/>
              <a:t>dept_rec.loc</a:t>
            </a:r>
            <a:r>
              <a:rPr lang="en-US" sz="2800" b="1" dirty="0"/>
              <a:t>||' '||</a:t>
            </a:r>
            <a:r>
              <a:rPr lang="en-US" sz="2800" b="1" dirty="0" err="1"/>
              <a:t>dept_rec.deptno</a:t>
            </a:r>
            <a:r>
              <a:rPr lang="en-US" sz="2800" b="1" dirty="0"/>
              <a:t>);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2800" b="1" dirty="0"/>
              <a:t>end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2800" b="1" dirty="0"/>
              <a:t>/</a:t>
            </a:r>
          </a:p>
          <a:p>
            <a:pPr>
              <a:buNone/>
            </a:pPr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Cursor-Based Record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55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/>
              <a:t>declare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/>
              <a:t>cursor </a:t>
            </a:r>
            <a:r>
              <a:rPr lang="en-US" sz="3600" b="1" dirty="0" err="1"/>
              <a:t>c_emp</a:t>
            </a:r>
            <a:r>
              <a:rPr lang="en-US" sz="3600" b="1" dirty="0"/>
              <a:t> is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/>
              <a:t>select * from emp where </a:t>
            </a:r>
            <a:r>
              <a:rPr lang="en-US" sz="3600" b="1" dirty="0" err="1"/>
              <a:t>ename</a:t>
            </a:r>
            <a:r>
              <a:rPr lang="en-US" sz="3600" b="1" dirty="0"/>
              <a:t>='ALLEN';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 err="1"/>
              <a:t>rec_emp</a:t>
            </a:r>
            <a:r>
              <a:rPr lang="en-US" sz="3600" b="1" dirty="0"/>
              <a:t> </a:t>
            </a:r>
            <a:r>
              <a:rPr lang="en-US" sz="3600" b="1" dirty="0" err="1"/>
              <a:t>emp%rowtype</a:t>
            </a:r>
            <a:r>
              <a:rPr lang="en-US" sz="3600" b="1" dirty="0"/>
              <a:t>;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/>
              <a:t>begin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/>
              <a:t>open </a:t>
            </a:r>
            <a:r>
              <a:rPr lang="en-US" sz="3600" b="1" dirty="0" err="1"/>
              <a:t>c_emp</a:t>
            </a:r>
            <a:r>
              <a:rPr lang="en-US" sz="3600" b="1" dirty="0"/>
              <a:t>;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/>
              <a:t>fetch </a:t>
            </a:r>
            <a:r>
              <a:rPr lang="en-US" sz="3600" b="1" dirty="0" err="1"/>
              <a:t>c_emp</a:t>
            </a:r>
            <a:r>
              <a:rPr lang="en-US" sz="3600" b="1" dirty="0"/>
              <a:t> into </a:t>
            </a:r>
            <a:r>
              <a:rPr lang="en-US" sz="3600" b="1" dirty="0" err="1"/>
              <a:t>rec_emp</a:t>
            </a:r>
            <a:r>
              <a:rPr lang="en-US" sz="3600" b="1" dirty="0"/>
              <a:t>;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 err="1"/>
              <a:t>dbms_output.put_line</a:t>
            </a:r>
            <a:r>
              <a:rPr lang="en-US" sz="3600" b="1" dirty="0"/>
              <a:t>(</a:t>
            </a:r>
            <a:r>
              <a:rPr lang="en-US" sz="3600" b="1" dirty="0" err="1"/>
              <a:t>rec_emp.empno</a:t>
            </a:r>
            <a:r>
              <a:rPr lang="en-US" sz="3600" b="1" dirty="0"/>
              <a:t>||' '||</a:t>
            </a:r>
            <a:r>
              <a:rPr lang="en-US" sz="3600" b="1" dirty="0" err="1"/>
              <a:t>rec_emp.ename</a:t>
            </a:r>
            <a:r>
              <a:rPr lang="en-US" sz="3600" b="1" dirty="0"/>
              <a:t>||' '||</a:t>
            </a:r>
            <a:r>
              <a:rPr lang="en-US" sz="3600" b="1" dirty="0" err="1"/>
              <a:t>rec_emp.job</a:t>
            </a:r>
            <a:r>
              <a:rPr lang="en-US" sz="3600" b="1" dirty="0"/>
              <a:t>||' '||</a:t>
            </a:r>
            <a:r>
              <a:rPr lang="en-US" sz="3600" b="1" dirty="0" err="1"/>
              <a:t>rec_emp.mgr</a:t>
            </a:r>
            <a:r>
              <a:rPr lang="en-US" sz="3600" b="1" dirty="0"/>
              <a:t>||' '||</a:t>
            </a:r>
            <a:r>
              <a:rPr lang="en-US" sz="3600" b="1" dirty="0" err="1"/>
              <a:t>rec_emp.hiredate</a:t>
            </a:r>
            <a:r>
              <a:rPr lang="en-US" sz="3600" b="1" dirty="0"/>
              <a:t>||' '||</a:t>
            </a:r>
            <a:r>
              <a:rPr lang="en-US" sz="3600" b="1" dirty="0" err="1"/>
              <a:t>rec_emp.sal</a:t>
            </a:r>
            <a:r>
              <a:rPr lang="en-US" sz="3600" b="1" dirty="0"/>
              <a:t>||' '||</a:t>
            </a:r>
            <a:r>
              <a:rPr lang="en-US" sz="3600" b="1" dirty="0" err="1"/>
              <a:t>rec_emp.comm</a:t>
            </a:r>
            <a:r>
              <a:rPr lang="en-US" sz="3600" b="1" dirty="0"/>
              <a:t>||' '||</a:t>
            </a:r>
            <a:r>
              <a:rPr lang="en-US" sz="3600" b="1" dirty="0" err="1"/>
              <a:t>rec_emp.deptno</a:t>
            </a:r>
            <a:r>
              <a:rPr lang="en-US" sz="3600" b="1" dirty="0"/>
              <a:t>);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/>
              <a:t>close </a:t>
            </a:r>
            <a:r>
              <a:rPr lang="en-US" sz="3600" b="1" dirty="0" err="1"/>
              <a:t>c_emp</a:t>
            </a:r>
            <a:r>
              <a:rPr lang="en-US" sz="3600" b="1" dirty="0"/>
              <a:t>;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/>
              <a:t>end;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sz="3600" b="1" dirty="0"/>
              <a:t>/</a:t>
            </a:r>
          </a:p>
          <a:p>
            <a:pPr>
              <a:buNone/>
            </a:pPr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User-Defined Record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3600" b="1" dirty="0"/>
              <a:t>DECLARE </a:t>
            </a:r>
          </a:p>
          <a:p>
            <a:pPr>
              <a:buNone/>
            </a:pPr>
            <a:r>
              <a:rPr lang="en-US" sz="3600" b="1" dirty="0"/>
              <a:t>   type books is record </a:t>
            </a:r>
          </a:p>
          <a:p>
            <a:pPr>
              <a:buNone/>
            </a:pPr>
            <a:r>
              <a:rPr lang="en-US" sz="3600" b="1" dirty="0"/>
              <a:t>      (title varchar2(50), </a:t>
            </a:r>
          </a:p>
          <a:p>
            <a:pPr>
              <a:buNone/>
            </a:pPr>
            <a:r>
              <a:rPr lang="en-US" sz="3600" b="1" dirty="0"/>
              <a:t>       </a:t>
            </a:r>
            <a:r>
              <a:rPr lang="en-US" sz="3600" b="1" dirty="0" err="1"/>
              <a:t>book_id</a:t>
            </a:r>
            <a:r>
              <a:rPr lang="en-US" sz="3600" b="1" dirty="0"/>
              <a:t> number); </a:t>
            </a:r>
          </a:p>
          <a:p>
            <a:pPr>
              <a:buNone/>
            </a:pPr>
            <a:r>
              <a:rPr lang="en-US" sz="3600" b="1" dirty="0"/>
              <a:t>   book1 books; </a:t>
            </a:r>
          </a:p>
          <a:p>
            <a:pPr>
              <a:buNone/>
            </a:pPr>
            <a:r>
              <a:rPr lang="en-US" sz="3600" b="1" dirty="0"/>
              <a:t>   book2 books; </a:t>
            </a:r>
          </a:p>
          <a:p>
            <a:pPr>
              <a:buNone/>
            </a:pPr>
            <a:r>
              <a:rPr lang="en-US" sz="3600" b="1" dirty="0"/>
              <a:t>BEGIN </a:t>
            </a:r>
          </a:p>
          <a:p>
            <a:pPr>
              <a:buNone/>
            </a:pPr>
            <a:r>
              <a:rPr lang="en-US" sz="3600" b="1" dirty="0"/>
              <a:t>   -- Book 1 specification </a:t>
            </a:r>
          </a:p>
          <a:p>
            <a:pPr>
              <a:buNone/>
            </a:pPr>
            <a:r>
              <a:rPr lang="en-US" sz="3600" b="1" dirty="0"/>
              <a:t>   book1.title  := 'Database System Concepts'; </a:t>
            </a:r>
          </a:p>
          <a:p>
            <a:pPr>
              <a:buNone/>
            </a:pPr>
            <a:r>
              <a:rPr lang="en-US" sz="3600" b="1" dirty="0"/>
              <a:t>   book1.book_id := 6495407;  </a:t>
            </a:r>
          </a:p>
          <a:p>
            <a:pPr>
              <a:buNone/>
            </a:pPr>
            <a:r>
              <a:rPr lang="en-US" sz="3600" b="1" dirty="0"/>
              <a:t>   -- Book 2 specification </a:t>
            </a:r>
          </a:p>
          <a:p>
            <a:pPr>
              <a:buNone/>
            </a:pPr>
            <a:r>
              <a:rPr lang="en-US" sz="3600" b="1" dirty="0"/>
              <a:t>   book2.title := 'Introduction to PL/SQL'; </a:t>
            </a:r>
          </a:p>
          <a:p>
            <a:pPr>
              <a:buNone/>
            </a:pPr>
            <a:r>
              <a:rPr lang="en-US" sz="3600" b="1" dirty="0"/>
              <a:t>   book2.book_id := 6495700;  </a:t>
            </a:r>
          </a:p>
          <a:p>
            <a:pPr>
              <a:buNone/>
            </a:pPr>
            <a:r>
              <a:rPr lang="en-US" sz="3600" b="1" dirty="0"/>
              <a:t>  </a:t>
            </a:r>
          </a:p>
          <a:p>
            <a:pPr>
              <a:buNone/>
            </a:pPr>
            <a:r>
              <a:rPr lang="en-US" sz="3600" b="1" dirty="0"/>
              <a:t>  -- Print book 1 record </a:t>
            </a:r>
          </a:p>
          <a:p>
            <a:pPr>
              <a:buNone/>
            </a:pPr>
            <a:r>
              <a:rPr lang="en-US" sz="3600" b="1" dirty="0"/>
              <a:t>   dbms_output.put_line('Book 1 title : '|| book1.title); </a:t>
            </a:r>
          </a:p>
          <a:p>
            <a:pPr>
              <a:buNone/>
            </a:pPr>
            <a:r>
              <a:rPr lang="en-US" sz="3600" b="1" dirty="0"/>
              <a:t>   dbms_output.put_line('Book 1 </a:t>
            </a:r>
            <a:r>
              <a:rPr lang="en-US" sz="3600" b="1" dirty="0" err="1"/>
              <a:t>book_id</a:t>
            </a:r>
            <a:r>
              <a:rPr lang="en-US" sz="3600" b="1" dirty="0"/>
              <a:t> : ' || book1.book_id); </a:t>
            </a:r>
          </a:p>
          <a:p>
            <a:pPr>
              <a:buNone/>
            </a:pPr>
            <a:r>
              <a:rPr lang="en-US" sz="3600" b="1" dirty="0"/>
              <a:t>   </a:t>
            </a:r>
          </a:p>
          <a:p>
            <a:pPr>
              <a:buNone/>
            </a:pPr>
            <a:r>
              <a:rPr lang="en-US" sz="3600" b="1" dirty="0"/>
              <a:t>   -- Print book 2 record </a:t>
            </a:r>
          </a:p>
          <a:p>
            <a:pPr>
              <a:buNone/>
            </a:pPr>
            <a:r>
              <a:rPr lang="en-US" sz="3600" b="1" dirty="0"/>
              <a:t>   dbms_output.put_line('Book 2 title : '|| book2.title); </a:t>
            </a:r>
          </a:p>
          <a:p>
            <a:pPr>
              <a:buNone/>
            </a:pPr>
            <a:r>
              <a:rPr lang="en-US" sz="3600" b="1" dirty="0"/>
              <a:t>   dbms_output.put_line('Book 2 </a:t>
            </a:r>
            <a:r>
              <a:rPr lang="en-US" sz="3600" b="1" dirty="0" err="1"/>
              <a:t>book_id</a:t>
            </a:r>
            <a:r>
              <a:rPr lang="en-US" sz="3600" b="1" dirty="0"/>
              <a:t> : '|| book2.book_id); </a:t>
            </a:r>
          </a:p>
          <a:p>
            <a:pPr>
              <a:buNone/>
            </a:pPr>
            <a:r>
              <a:rPr lang="en-US" sz="3600" b="1" dirty="0"/>
              <a:t>END; </a:t>
            </a:r>
          </a:p>
          <a:p>
            <a:pPr>
              <a:buNone/>
            </a:pPr>
            <a:r>
              <a:rPr lang="en-US" sz="3600" b="1" dirty="0"/>
              <a:t>/</a:t>
            </a:r>
          </a:p>
          <a:p>
            <a:endParaRPr lang="en-US" sz="3600" b="1" dirty="0"/>
          </a:p>
          <a:p>
            <a:endParaRPr lang="en-US" sz="3600" b="1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534400" cy="758825"/>
          </a:xfrm>
        </p:spPr>
        <p:txBody>
          <a:bodyPr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Records as Subprogram Parameters</a:t>
            </a: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6400" dirty="0"/>
              <a:t>You can pass a record as a subprogram parameter just as you pass any other variable.</a:t>
            </a:r>
          </a:p>
          <a:p>
            <a:pPr>
              <a:buNone/>
            </a:pPr>
            <a:endParaRPr lang="en-US" sz="4000" b="1" dirty="0"/>
          </a:p>
          <a:p>
            <a:pPr>
              <a:buNone/>
            </a:pPr>
            <a:r>
              <a:rPr lang="en-US" sz="4800" b="1" dirty="0"/>
              <a:t>DECLARE </a:t>
            </a:r>
          </a:p>
          <a:p>
            <a:pPr>
              <a:buNone/>
            </a:pPr>
            <a:r>
              <a:rPr lang="en-US" sz="4800" b="1" dirty="0"/>
              <a:t>   type books is record </a:t>
            </a:r>
          </a:p>
          <a:p>
            <a:pPr>
              <a:buNone/>
            </a:pPr>
            <a:r>
              <a:rPr lang="en-US" sz="4800" b="1" dirty="0"/>
              <a:t>   (title varchar2(50), </a:t>
            </a:r>
          </a:p>
          <a:p>
            <a:pPr>
              <a:buNone/>
            </a:pPr>
            <a:r>
              <a:rPr lang="en-US" sz="4800" b="1" dirty="0"/>
              <a:t>    </a:t>
            </a:r>
            <a:r>
              <a:rPr lang="en-US" sz="4800" b="1" dirty="0" err="1"/>
              <a:t>book_id</a:t>
            </a:r>
            <a:r>
              <a:rPr lang="en-US" sz="4800" b="1" dirty="0"/>
              <a:t> number); </a:t>
            </a:r>
          </a:p>
          <a:p>
            <a:pPr>
              <a:buNone/>
            </a:pPr>
            <a:r>
              <a:rPr lang="en-US" sz="4800" b="1" dirty="0"/>
              <a:t>   book1 books; </a:t>
            </a:r>
          </a:p>
          <a:p>
            <a:pPr>
              <a:buNone/>
            </a:pPr>
            <a:r>
              <a:rPr lang="en-US" sz="4800" b="1" dirty="0"/>
              <a:t>   book2 books; </a:t>
            </a:r>
          </a:p>
          <a:p>
            <a:pPr>
              <a:buNone/>
            </a:pPr>
            <a:r>
              <a:rPr lang="en-US" sz="4800" b="1" dirty="0"/>
              <a:t>   PROCEDURE </a:t>
            </a:r>
            <a:r>
              <a:rPr lang="en-US" sz="4800" b="1" dirty="0" err="1"/>
              <a:t>printbook</a:t>
            </a:r>
            <a:r>
              <a:rPr lang="en-US" sz="4800" b="1" dirty="0"/>
              <a:t> (book books) IS </a:t>
            </a:r>
          </a:p>
          <a:p>
            <a:pPr>
              <a:buNone/>
            </a:pPr>
            <a:r>
              <a:rPr lang="en-US" sz="4800" b="1" dirty="0"/>
              <a:t>BEGIN </a:t>
            </a:r>
          </a:p>
          <a:p>
            <a:pPr>
              <a:buNone/>
            </a:pPr>
            <a:r>
              <a:rPr lang="en-US" sz="4800" b="1" dirty="0"/>
              <a:t>   dbms_output.put_line ('Book  title :  ' || </a:t>
            </a:r>
            <a:r>
              <a:rPr lang="en-US" sz="4800" b="1" dirty="0" err="1"/>
              <a:t>book.title</a:t>
            </a:r>
            <a:r>
              <a:rPr lang="en-US" sz="4800" b="1" dirty="0"/>
              <a:t>); </a:t>
            </a:r>
          </a:p>
          <a:p>
            <a:pPr>
              <a:buNone/>
            </a:pPr>
            <a:r>
              <a:rPr lang="en-US" sz="4800" b="1" dirty="0"/>
              <a:t>   dbms_output.put_line( 'Book </a:t>
            </a:r>
            <a:r>
              <a:rPr lang="en-US" sz="4800" b="1" dirty="0" err="1"/>
              <a:t>book_id</a:t>
            </a:r>
            <a:r>
              <a:rPr lang="en-US" sz="4800" b="1" dirty="0"/>
              <a:t> : ' || </a:t>
            </a:r>
            <a:r>
              <a:rPr lang="en-US" sz="4800" b="1" dirty="0" err="1"/>
              <a:t>book.book_id</a:t>
            </a:r>
            <a:r>
              <a:rPr lang="en-US" sz="4800" b="1" dirty="0"/>
              <a:t>); </a:t>
            </a:r>
          </a:p>
          <a:p>
            <a:pPr>
              <a:buNone/>
            </a:pPr>
            <a:r>
              <a:rPr lang="en-US" sz="4800" b="1" dirty="0"/>
              <a:t>END; </a:t>
            </a:r>
          </a:p>
          <a:p>
            <a:pPr>
              <a:buNone/>
            </a:pPr>
            <a:r>
              <a:rPr lang="en-US" sz="4800" b="1" dirty="0"/>
              <a:t>BEGIN </a:t>
            </a:r>
          </a:p>
          <a:p>
            <a:pPr>
              <a:buNone/>
            </a:pPr>
            <a:r>
              <a:rPr lang="en-US" sz="4800" b="1" dirty="0"/>
              <a:t>   -- Book 1 specification </a:t>
            </a:r>
          </a:p>
          <a:p>
            <a:pPr>
              <a:buNone/>
            </a:pPr>
            <a:r>
              <a:rPr lang="en-US" sz="4800" b="1" dirty="0"/>
              <a:t>   book1.title  := 'Database System Concepts'; </a:t>
            </a:r>
          </a:p>
          <a:p>
            <a:pPr>
              <a:buNone/>
            </a:pPr>
            <a:r>
              <a:rPr lang="en-US" sz="4800" b="1" dirty="0"/>
              <a:t>   book1.book_id := 6495407;  </a:t>
            </a:r>
          </a:p>
          <a:p>
            <a:pPr>
              <a:buNone/>
            </a:pPr>
            <a:r>
              <a:rPr lang="en-US" sz="4800" b="1" dirty="0"/>
              <a:t>   -- Book 2 specification </a:t>
            </a:r>
          </a:p>
          <a:p>
            <a:pPr>
              <a:buNone/>
            </a:pPr>
            <a:r>
              <a:rPr lang="en-US" sz="4800" b="1" dirty="0"/>
              <a:t>   book2.title := 'Introduction to PL/SQL'; </a:t>
            </a:r>
          </a:p>
          <a:p>
            <a:pPr>
              <a:buNone/>
            </a:pPr>
            <a:r>
              <a:rPr lang="en-US" sz="4800" b="1" dirty="0"/>
              <a:t>   book2.book_id := 6495700;  </a:t>
            </a:r>
          </a:p>
          <a:p>
            <a:pPr>
              <a:buNone/>
            </a:pPr>
            <a:r>
              <a:rPr lang="en-US" sz="4800" b="1" dirty="0"/>
              <a:t>  -- Use procedure to print book info </a:t>
            </a:r>
          </a:p>
          <a:p>
            <a:pPr>
              <a:buNone/>
            </a:pPr>
            <a:r>
              <a:rPr lang="en-US" sz="4800" b="1" dirty="0"/>
              <a:t>   </a:t>
            </a:r>
            <a:r>
              <a:rPr lang="en-US" sz="4800" b="1" dirty="0" err="1"/>
              <a:t>printbook</a:t>
            </a:r>
            <a:r>
              <a:rPr lang="en-US" sz="4800" b="1" dirty="0"/>
              <a:t>(book1); </a:t>
            </a:r>
          </a:p>
          <a:p>
            <a:pPr>
              <a:buNone/>
            </a:pPr>
            <a:r>
              <a:rPr lang="en-US" sz="4800" b="1" dirty="0"/>
              <a:t>   </a:t>
            </a:r>
            <a:r>
              <a:rPr lang="en-US" sz="4800" b="1" dirty="0" err="1"/>
              <a:t>printbook</a:t>
            </a:r>
            <a:r>
              <a:rPr lang="en-US" sz="4800" b="1" dirty="0"/>
              <a:t>(book2); </a:t>
            </a:r>
          </a:p>
          <a:p>
            <a:pPr>
              <a:buNone/>
            </a:pPr>
            <a:r>
              <a:rPr lang="en-US" sz="4800" b="1" dirty="0"/>
              <a:t>END; </a:t>
            </a:r>
          </a:p>
          <a:p>
            <a:pPr>
              <a:buNone/>
            </a:pPr>
            <a:r>
              <a:rPr lang="en-US" sz="4800" b="1" dirty="0"/>
              <a:t>/</a:t>
            </a:r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endParaRPr lang="en-US" sz="4000" b="1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4FA578-6CA6-42C0-840A-1CC104BF0A30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2000" y="1600200"/>
            <a:ext cx="3581400" cy="4525963"/>
          </a:xfrm>
          <a:prstGeom prst="rect">
            <a:avLst/>
          </a:prstGeom>
        </p:spPr>
        <p:txBody>
          <a:bodyPr/>
          <a:lstStyle/>
          <a:p>
            <a:pPr marL="342900" indent="-342900" algn="l" eaLnBrk="1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000" b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</a:t>
            </a:r>
          </a:p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	</a:t>
            </a:r>
          </a:p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THANK YOU </a:t>
            </a:r>
            <a:b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</a:br>
            <a:endParaRPr lang="en-US" dirty="0"/>
          </a:p>
        </p:txBody>
      </p:sp>
    </p:spTree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4194</TotalTime>
  <Words>614</Words>
  <Application>Microsoft Office PowerPoint</Application>
  <PresentationFormat>On-screen Show (4:3)</PresentationFormat>
  <Paragraphs>127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Narrow</vt:lpstr>
      <vt:lpstr>Georgia</vt:lpstr>
      <vt:lpstr>Times New Roman</vt:lpstr>
      <vt:lpstr>Wingdings</vt:lpstr>
      <vt:lpstr>Wingdings 2</vt:lpstr>
      <vt:lpstr>Civic</vt:lpstr>
      <vt:lpstr>Advance Database Management System Lecture 09: PL/SQL Record </vt:lpstr>
      <vt:lpstr>Learning Objectives</vt:lpstr>
      <vt:lpstr>PL/SQL Record</vt:lpstr>
      <vt:lpstr>Types of Record</vt:lpstr>
      <vt:lpstr>Table-Base Record</vt:lpstr>
      <vt:lpstr>Cursor-Based Record</vt:lpstr>
      <vt:lpstr>User-Defined Record</vt:lpstr>
      <vt:lpstr> Records as Subprogram Parameters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&lt;Lesson Title&gt;</dc:title>
  <dc:subject>Advance Database Management System</dc:subject>
  <dc:creator>Juena Ahmed Noshin</dc:creator>
  <cp:lastModifiedBy>Juena Ahmed Noshin</cp:lastModifiedBy>
  <cp:revision>378</cp:revision>
  <cp:lastPrinted>1998-06-30T18:28:36Z</cp:lastPrinted>
  <dcterms:created xsi:type="dcterms:W3CDTF">1995-06-17T23:31:02Z</dcterms:created>
  <dcterms:modified xsi:type="dcterms:W3CDTF">2025-04-27T03:42:38Z</dcterms:modified>
</cp:coreProperties>
</file>